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8" d="100"/>
          <a:sy n="68" d="100"/>
        </p:scale>
        <p:origin x="77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BEB784-959B-6220-23AD-EDABAB3B8D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5C04899-3CBD-4242-B51B-125603856A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40682D8-9FFA-848F-E20F-82C96D7F1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F037734-3E01-B4E6-30DA-EB27E6E92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D446723-99B1-B5E4-6A59-863FDCB06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51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03E6D6-730A-5B4C-B446-489000B15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FDBBBC-5BA4-90D4-50C8-467351908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911DA2-5B1F-6752-98D4-EFB84FAAD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997B93A-6E77-F6BA-B095-336568734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6D60BB7-9715-7978-3F7A-EF2010A4D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36910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095D90-11A0-107E-3957-E2C767090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BAA50A7-DAB8-F498-497A-43A34ABFD0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BD1594A-DFDC-F94E-01DE-0AB5D4427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47CE2C-FACD-3B03-3980-AFC8F21C42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26AFD83-351D-0668-6934-8320B56DD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4192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44C20F-0906-86A9-532B-6025170D1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8D65E9E-C478-B6F3-4818-6DD8CDBCB0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04A8602-5960-4956-7B31-0086AB51D4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6054B8-BA18-2B72-43E2-DB38BACE4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8162C15-E1D7-40F6-5276-F155F8EAD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DB219A5-870C-99B7-CE84-A0F357F6B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16528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66F341-564B-A34F-E899-7ECCBC0EF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B8C3F7E-1B5D-D434-D6F6-9A698C664B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6E21FC1-CDA3-D5DA-40A3-B786D43F62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5B8BA4A-8348-3B99-F744-94F5BA9BA2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528CD7C-4548-D49E-41CA-BCCEA2911A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8C0DE9D-F3E0-835B-0E2C-8956010ED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504775CE-913E-AE02-DA07-A9C448B71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40FBE8C-92A9-99C7-94AE-B6D8FB7E7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77441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1C58A0-DD2D-E670-9706-EA58577D7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6D6B77-408A-4B61-2DFC-9BB124CB47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ECE6994-E0D4-FA45-FD5B-AC8142350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B0F1380-A9AA-68CC-183D-340F949C2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318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40C5BB61-FAAB-EDB0-75BF-801E75D35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ABB066A-C3BF-83F7-E930-E8321BCD4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C5D814D-B1F3-6D36-1427-FC36F3FBE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548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AFD01A-FC46-BAF2-6FD2-4FE61216BD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2A2C568-1394-681C-EB8C-329741343B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164478D-1F80-36F1-C0F0-A6F6D1B761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57F0378-3DDB-CE37-17C7-BAA3D28CB3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14324FB-437F-F9F7-A403-3F784DFF09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F03BC83-510F-4054-99DA-04B17FCCDB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8208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C63B78-7C30-1F31-25BF-528C8253D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20A429B-497F-4B9E-8F9D-BEE52CA2C3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DDFEB22-8676-A530-DABB-70801300CC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C9EA57C-BBF6-DCAF-C65E-93E696190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2F9800E-61DE-9FB4-C5E4-D0AB2C393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8ACA795-42BB-E7E2-3377-2CF2FE1EF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0095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76AE03-5492-2105-4F5D-D3BA28F71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B57F3ADD-31B8-759D-5C44-8B7F60F574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32E7DA-9875-0F7E-E764-BF70DA026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FE75BED-2E5A-0E8F-080A-CF46C4709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2139575-6E80-0918-D706-99B0711C2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608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A599C33-6C39-64DE-9C14-A9B1699529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A65339F-7086-9F9F-32BE-C722B191B6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BFE9B52-1B05-8E38-ADBB-1CEE5C8FFF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F40AC8C-D58C-6ABA-104A-1E41E6267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899EBB4-82EB-F5AB-8F28-CCAB9A740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3129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F27D000-1194-17C0-5D74-606BC99F5D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GB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F951DB1-C7CB-347D-475A-365068588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GB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765632-2969-2033-8852-ED54F53A40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1E75EBF-FB26-4294-AFBE-BC40CF03E61E}" type="datetimeFigureOut">
              <a:rPr lang="en-GB" smtClean="0"/>
              <a:t>07/11/2025</a:t>
            </a:fld>
            <a:endParaRPr lang="en-GB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F38E48-D6E1-A85B-B129-35C9D48EEF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EED5588-4CF5-B340-2D7A-E7FF1EDB5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E76F8-74CF-43E9-A048-64270734B6D3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323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4" name="Groupe 333">
            <a:extLst>
              <a:ext uri="{FF2B5EF4-FFF2-40B4-BE49-F238E27FC236}">
                <a16:creationId xmlns:a16="http://schemas.microsoft.com/office/drawing/2014/main" id="{EFD8F81D-3D77-AA57-5D6B-F33711870ABC}"/>
              </a:ext>
            </a:extLst>
          </p:cNvPr>
          <p:cNvGrpSpPr/>
          <p:nvPr/>
        </p:nvGrpSpPr>
        <p:grpSpPr>
          <a:xfrm>
            <a:off x="566059" y="607031"/>
            <a:ext cx="11059879" cy="3763598"/>
            <a:chOff x="566059" y="607031"/>
            <a:chExt cx="11059879" cy="3763598"/>
          </a:xfrm>
        </p:grpSpPr>
        <p:grpSp>
          <p:nvGrpSpPr>
            <p:cNvPr id="113" name="Groupe 112">
              <a:extLst>
                <a:ext uri="{FF2B5EF4-FFF2-40B4-BE49-F238E27FC236}">
                  <a16:creationId xmlns:a16="http://schemas.microsoft.com/office/drawing/2014/main" id="{1E2BDD2E-A9BB-DBE4-4B51-3F83B7668A2C}"/>
                </a:ext>
              </a:extLst>
            </p:cNvPr>
            <p:cNvGrpSpPr/>
            <p:nvPr/>
          </p:nvGrpSpPr>
          <p:grpSpPr>
            <a:xfrm>
              <a:off x="1159165" y="607031"/>
              <a:ext cx="9873668" cy="1122216"/>
              <a:chOff x="1159165" y="1662547"/>
              <a:chExt cx="9873668" cy="1122216"/>
            </a:xfrm>
          </p:grpSpPr>
          <p:grpSp>
            <p:nvGrpSpPr>
              <p:cNvPr id="9" name="Groupe 8">
                <a:extLst>
                  <a:ext uri="{FF2B5EF4-FFF2-40B4-BE49-F238E27FC236}">
                    <a16:creationId xmlns:a16="http://schemas.microsoft.com/office/drawing/2014/main" id="{252C1E87-92FB-9D93-B746-D28074B22DB8}"/>
                  </a:ext>
                </a:extLst>
              </p:cNvPr>
              <p:cNvGrpSpPr/>
              <p:nvPr/>
            </p:nvGrpSpPr>
            <p:grpSpPr>
              <a:xfrm>
                <a:off x="1159165" y="1662547"/>
                <a:ext cx="748144" cy="1122216"/>
                <a:chOff x="2192483" y="1326574"/>
                <a:chExt cx="748144" cy="1122216"/>
              </a:xfrm>
            </p:grpSpPr>
            <p:sp>
              <p:nvSpPr>
                <p:cNvPr id="4" name="Rectangle 3">
                  <a:extLst>
                    <a:ext uri="{FF2B5EF4-FFF2-40B4-BE49-F238E27FC236}">
                      <a16:creationId xmlns:a16="http://schemas.microsoft.com/office/drawing/2014/main" id="{2F19A2E8-B387-3A87-2A25-834CB52DE6CA}"/>
                    </a:ext>
                  </a:extLst>
                </p:cNvPr>
                <p:cNvSpPr/>
                <p:nvPr/>
              </p:nvSpPr>
              <p:spPr>
                <a:xfrm>
                  <a:off x="2566555" y="1326574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67B996B7-E851-AA8A-B51D-34BF13A7F963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72ABE06-3048-85ED-7AC4-F2BC5CA2B461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D26C6661-D6A4-B5DF-467F-C916FAA96AC9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2BAA46B0-4B74-62BA-0BEF-377E4B4F1143}"/>
                  </a:ext>
                </a:extLst>
              </p:cNvPr>
              <p:cNvGrpSpPr/>
              <p:nvPr/>
            </p:nvGrpSpPr>
            <p:grpSpPr>
              <a:xfrm flipH="1">
                <a:off x="3066474" y="1662547"/>
                <a:ext cx="748144" cy="1122216"/>
                <a:chOff x="2192483" y="1326574"/>
                <a:chExt cx="748144" cy="1122216"/>
              </a:xfrm>
            </p:grpSpPr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F04C38D8-EDD5-F2BA-CCCE-1205EE80E9C1}"/>
                    </a:ext>
                  </a:extLst>
                </p:cNvPr>
                <p:cNvSpPr/>
                <p:nvPr/>
              </p:nvSpPr>
              <p:spPr>
                <a:xfrm>
                  <a:off x="2566555" y="1326574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D5D89A6E-3B8C-247C-29C2-FB62A96EAB03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7B8528FD-FB65-5958-1EC5-573487520D06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4A576715-3846-F549-D9EF-E6032536FA49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25" name="Groupe 24">
                <a:extLst>
                  <a:ext uri="{FF2B5EF4-FFF2-40B4-BE49-F238E27FC236}">
                    <a16:creationId xmlns:a16="http://schemas.microsoft.com/office/drawing/2014/main" id="{554A0560-FA51-A0A9-000A-778081F714EF}"/>
                  </a:ext>
                </a:extLst>
              </p:cNvPr>
              <p:cNvGrpSpPr/>
              <p:nvPr/>
            </p:nvGrpSpPr>
            <p:grpSpPr>
              <a:xfrm>
                <a:off x="6881092" y="1849583"/>
                <a:ext cx="1870360" cy="748144"/>
                <a:chOff x="5683991" y="1215898"/>
                <a:chExt cx="1870360" cy="748144"/>
              </a:xfrm>
            </p:grpSpPr>
            <p:grpSp>
              <p:nvGrpSpPr>
                <p:cNvPr id="15" name="Groupe 14">
                  <a:extLst>
                    <a:ext uri="{FF2B5EF4-FFF2-40B4-BE49-F238E27FC236}">
                      <a16:creationId xmlns:a16="http://schemas.microsoft.com/office/drawing/2014/main" id="{63FD48AC-41FD-5A39-0596-DD77FF91706C}"/>
                    </a:ext>
                  </a:extLst>
                </p:cNvPr>
                <p:cNvGrpSpPr/>
                <p:nvPr/>
              </p:nvGrpSpPr>
              <p:grpSpPr>
                <a:xfrm rot="5400000" flipH="1" flipV="1">
                  <a:off x="5871027" y="1028862"/>
                  <a:ext cx="748144" cy="1122216"/>
                  <a:chOff x="2192483" y="1326574"/>
                  <a:chExt cx="748144" cy="1122216"/>
                </a:xfrm>
              </p:grpSpPr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71B0D651-6B9C-BA2E-3412-22CC670039F3}"/>
                      </a:ext>
                    </a:extLst>
                  </p:cNvPr>
                  <p:cNvSpPr/>
                  <p:nvPr/>
                </p:nvSpPr>
                <p:spPr>
                  <a:xfrm>
                    <a:off x="2566555" y="1326574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" name="Rectangle 16">
                    <a:extLst>
                      <a:ext uri="{FF2B5EF4-FFF2-40B4-BE49-F238E27FC236}">
                        <a16:creationId xmlns:a16="http://schemas.microsoft.com/office/drawing/2014/main" id="{0A2F892C-4CFB-31DB-7060-DEB44DF3220E}"/>
                      </a:ext>
                    </a:extLst>
                  </p:cNvPr>
                  <p:cNvSpPr/>
                  <p:nvPr/>
                </p:nvSpPr>
                <p:spPr>
                  <a:xfrm>
                    <a:off x="2566555" y="170064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83E05411-50A7-EE95-BC1D-8DEA5F5FF634}"/>
                      </a:ext>
                    </a:extLst>
                  </p:cNvPr>
                  <p:cNvSpPr/>
                  <p:nvPr/>
                </p:nvSpPr>
                <p:spPr>
                  <a:xfrm>
                    <a:off x="2566555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0D80606D-B944-E1D3-26E5-B14B51C70185}"/>
                      </a:ext>
                    </a:extLst>
                  </p:cNvPr>
                  <p:cNvSpPr/>
                  <p:nvPr/>
                </p:nvSpPr>
                <p:spPr>
                  <a:xfrm>
                    <a:off x="2192483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0" name="Groupe 19">
                  <a:extLst>
                    <a:ext uri="{FF2B5EF4-FFF2-40B4-BE49-F238E27FC236}">
                      <a16:creationId xmlns:a16="http://schemas.microsoft.com/office/drawing/2014/main" id="{4CD36B83-3605-257D-D040-460BE9747F3E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6619171" y="1028862"/>
                  <a:ext cx="748144" cy="1122216"/>
                  <a:chOff x="2192483" y="1326574"/>
                  <a:chExt cx="748144" cy="1122216"/>
                </a:xfrm>
              </p:grpSpPr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B0BD4481-DCE3-F49E-61AE-70985C694902}"/>
                      </a:ext>
                    </a:extLst>
                  </p:cNvPr>
                  <p:cNvSpPr/>
                  <p:nvPr/>
                </p:nvSpPr>
                <p:spPr>
                  <a:xfrm>
                    <a:off x="2566555" y="1326574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" name="Rectangle 21">
                    <a:extLst>
                      <a:ext uri="{FF2B5EF4-FFF2-40B4-BE49-F238E27FC236}">
                        <a16:creationId xmlns:a16="http://schemas.microsoft.com/office/drawing/2014/main" id="{3510A5BA-9164-8029-2A5C-B5F3204B2A04}"/>
                      </a:ext>
                    </a:extLst>
                  </p:cNvPr>
                  <p:cNvSpPr/>
                  <p:nvPr/>
                </p:nvSpPr>
                <p:spPr>
                  <a:xfrm>
                    <a:off x="2566555" y="170064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" name="Rectangle 22">
                    <a:extLst>
                      <a:ext uri="{FF2B5EF4-FFF2-40B4-BE49-F238E27FC236}">
                        <a16:creationId xmlns:a16="http://schemas.microsoft.com/office/drawing/2014/main" id="{505F17B3-C9B7-8802-268B-71F02A57A953}"/>
                      </a:ext>
                    </a:extLst>
                  </p:cNvPr>
                  <p:cNvSpPr/>
                  <p:nvPr/>
                </p:nvSpPr>
                <p:spPr>
                  <a:xfrm>
                    <a:off x="2566555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" name="Rectangle 23">
                    <a:extLst>
                      <a:ext uri="{FF2B5EF4-FFF2-40B4-BE49-F238E27FC236}">
                        <a16:creationId xmlns:a16="http://schemas.microsoft.com/office/drawing/2014/main" id="{278872F8-BE85-3264-23CD-23F1A056574E}"/>
                      </a:ext>
                    </a:extLst>
                  </p:cNvPr>
                  <p:cNvSpPr/>
                  <p:nvPr/>
                </p:nvSpPr>
                <p:spPr>
                  <a:xfrm>
                    <a:off x="2192483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80" name="Groupe 79">
                <a:extLst>
                  <a:ext uri="{FF2B5EF4-FFF2-40B4-BE49-F238E27FC236}">
                    <a16:creationId xmlns:a16="http://schemas.microsoft.com/office/drawing/2014/main" id="{35B89582-69EF-AF98-B088-9A466590C5C1}"/>
                  </a:ext>
                </a:extLst>
              </p:cNvPr>
              <p:cNvGrpSpPr/>
              <p:nvPr/>
            </p:nvGrpSpPr>
            <p:grpSpPr>
              <a:xfrm>
                <a:off x="4973783" y="1849583"/>
                <a:ext cx="748144" cy="748144"/>
                <a:chOff x="4094185" y="3243463"/>
                <a:chExt cx="748144" cy="748144"/>
              </a:xfrm>
            </p:grpSpPr>
            <p:grpSp>
              <p:nvGrpSpPr>
                <p:cNvPr id="74" name="Groupe 73">
                  <a:extLst>
                    <a:ext uri="{FF2B5EF4-FFF2-40B4-BE49-F238E27FC236}">
                      <a16:creationId xmlns:a16="http://schemas.microsoft.com/office/drawing/2014/main" id="{60198953-6ED1-0752-FDC2-F256CD09A4F2}"/>
                    </a:ext>
                  </a:extLst>
                </p:cNvPr>
                <p:cNvGrpSpPr/>
                <p:nvPr/>
              </p:nvGrpSpPr>
              <p:grpSpPr>
                <a:xfrm>
                  <a:off x="4094185" y="3617535"/>
                  <a:ext cx="748144" cy="374072"/>
                  <a:chOff x="2192483" y="3632136"/>
                  <a:chExt cx="748144" cy="374072"/>
                </a:xfrm>
              </p:grpSpPr>
              <p:sp>
                <p:nvSpPr>
                  <p:cNvPr id="75" name="Rectangle 74">
                    <a:extLst>
                      <a:ext uri="{FF2B5EF4-FFF2-40B4-BE49-F238E27FC236}">
                        <a16:creationId xmlns:a16="http://schemas.microsoft.com/office/drawing/2014/main" id="{DC619A3C-6DAA-0B64-925C-B1E4C0C2C643}"/>
                      </a:ext>
                    </a:extLst>
                  </p:cNvPr>
                  <p:cNvSpPr/>
                  <p:nvPr/>
                </p:nvSpPr>
                <p:spPr>
                  <a:xfrm flipH="1">
                    <a:off x="2192483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76" name="Rectangle 75">
                    <a:extLst>
                      <a:ext uri="{FF2B5EF4-FFF2-40B4-BE49-F238E27FC236}">
                        <a16:creationId xmlns:a16="http://schemas.microsoft.com/office/drawing/2014/main" id="{1179A9D0-E795-C7BC-8CD5-3FA76C4F6DDF}"/>
                      </a:ext>
                    </a:extLst>
                  </p:cNvPr>
                  <p:cNvSpPr/>
                  <p:nvPr/>
                </p:nvSpPr>
                <p:spPr>
                  <a:xfrm flipH="1">
                    <a:off x="2566555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77" name="Groupe 76">
                  <a:extLst>
                    <a:ext uri="{FF2B5EF4-FFF2-40B4-BE49-F238E27FC236}">
                      <a16:creationId xmlns:a16="http://schemas.microsoft.com/office/drawing/2014/main" id="{75A4488E-7026-CD63-AEAF-B4C4CE94F179}"/>
                    </a:ext>
                  </a:extLst>
                </p:cNvPr>
                <p:cNvGrpSpPr/>
                <p:nvPr/>
              </p:nvGrpSpPr>
              <p:grpSpPr>
                <a:xfrm>
                  <a:off x="4094185" y="3243463"/>
                  <a:ext cx="748144" cy="374072"/>
                  <a:chOff x="2192483" y="3632136"/>
                  <a:chExt cx="748144" cy="374072"/>
                </a:xfrm>
              </p:grpSpPr>
              <p:sp>
                <p:nvSpPr>
                  <p:cNvPr id="78" name="Rectangle 77">
                    <a:extLst>
                      <a:ext uri="{FF2B5EF4-FFF2-40B4-BE49-F238E27FC236}">
                        <a16:creationId xmlns:a16="http://schemas.microsoft.com/office/drawing/2014/main" id="{E2A32FE5-8221-D57A-DE00-258CBEEF5C0F}"/>
                      </a:ext>
                    </a:extLst>
                  </p:cNvPr>
                  <p:cNvSpPr/>
                  <p:nvPr/>
                </p:nvSpPr>
                <p:spPr>
                  <a:xfrm flipH="1">
                    <a:off x="2192483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79" name="Rectangle 78">
                    <a:extLst>
                      <a:ext uri="{FF2B5EF4-FFF2-40B4-BE49-F238E27FC236}">
                        <a16:creationId xmlns:a16="http://schemas.microsoft.com/office/drawing/2014/main" id="{2B170898-A2A3-C757-EE80-4E0BD39124E6}"/>
                      </a:ext>
                    </a:extLst>
                  </p:cNvPr>
                  <p:cNvSpPr/>
                  <p:nvPr/>
                </p:nvSpPr>
                <p:spPr>
                  <a:xfrm flipH="1">
                    <a:off x="2566555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81" name="Groupe 80">
                <a:extLst>
                  <a:ext uri="{FF2B5EF4-FFF2-40B4-BE49-F238E27FC236}">
                    <a16:creationId xmlns:a16="http://schemas.microsoft.com/office/drawing/2014/main" id="{2CD77253-EB16-3DAC-EF38-1A4E5868596D}"/>
                  </a:ext>
                </a:extLst>
              </p:cNvPr>
              <p:cNvGrpSpPr/>
              <p:nvPr/>
            </p:nvGrpSpPr>
            <p:grpSpPr>
              <a:xfrm>
                <a:off x="9910617" y="1849583"/>
                <a:ext cx="1122216" cy="748144"/>
                <a:chOff x="6058063" y="1215898"/>
                <a:chExt cx="1122216" cy="748144"/>
              </a:xfrm>
            </p:grpSpPr>
            <p:grpSp>
              <p:nvGrpSpPr>
                <p:cNvPr id="82" name="Groupe 81">
                  <a:extLst>
                    <a:ext uri="{FF2B5EF4-FFF2-40B4-BE49-F238E27FC236}">
                      <a16:creationId xmlns:a16="http://schemas.microsoft.com/office/drawing/2014/main" id="{6852BF3E-724D-8A82-1248-D66550FE2BCA}"/>
                    </a:ext>
                  </a:extLst>
                </p:cNvPr>
                <p:cNvGrpSpPr/>
                <p:nvPr/>
              </p:nvGrpSpPr>
              <p:grpSpPr>
                <a:xfrm rot="5400000" flipH="1" flipV="1">
                  <a:off x="6058063" y="1215898"/>
                  <a:ext cx="748144" cy="748144"/>
                  <a:chOff x="2192483" y="1700646"/>
                  <a:chExt cx="748144" cy="748144"/>
                </a:xfrm>
              </p:grpSpPr>
              <p:sp>
                <p:nvSpPr>
                  <p:cNvPr id="89" name="Rectangle 88">
                    <a:extLst>
                      <a:ext uri="{FF2B5EF4-FFF2-40B4-BE49-F238E27FC236}">
                        <a16:creationId xmlns:a16="http://schemas.microsoft.com/office/drawing/2014/main" id="{4F3FCC62-299E-AE09-E752-6B0AA1BAFCC8}"/>
                      </a:ext>
                    </a:extLst>
                  </p:cNvPr>
                  <p:cNvSpPr/>
                  <p:nvPr/>
                </p:nvSpPr>
                <p:spPr>
                  <a:xfrm>
                    <a:off x="2566555" y="170064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90" name="Rectangle 89">
                    <a:extLst>
                      <a:ext uri="{FF2B5EF4-FFF2-40B4-BE49-F238E27FC236}">
                        <a16:creationId xmlns:a16="http://schemas.microsoft.com/office/drawing/2014/main" id="{8171EADF-2B9D-C5A3-75A7-E9FA51BB5B34}"/>
                      </a:ext>
                    </a:extLst>
                  </p:cNvPr>
                  <p:cNvSpPr/>
                  <p:nvPr/>
                </p:nvSpPr>
                <p:spPr>
                  <a:xfrm>
                    <a:off x="2566555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91" name="Rectangle 90">
                    <a:extLst>
                      <a:ext uri="{FF2B5EF4-FFF2-40B4-BE49-F238E27FC236}">
                        <a16:creationId xmlns:a16="http://schemas.microsoft.com/office/drawing/2014/main" id="{B0894EE2-1B76-48A4-A89E-7D9DFA2696F0}"/>
                      </a:ext>
                    </a:extLst>
                  </p:cNvPr>
                  <p:cNvSpPr/>
                  <p:nvPr/>
                </p:nvSpPr>
                <p:spPr>
                  <a:xfrm>
                    <a:off x="2192483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83" name="Groupe 82">
                  <a:extLst>
                    <a:ext uri="{FF2B5EF4-FFF2-40B4-BE49-F238E27FC236}">
                      <a16:creationId xmlns:a16="http://schemas.microsoft.com/office/drawing/2014/main" id="{10FEF093-EF15-0419-6AF8-FD9A92090B14}"/>
                    </a:ext>
                  </a:extLst>
                </p:cNvPr>
                <p:cNvGrpSpPr/>
                <p:nvPr/>
              </p:nvGrpSpPr>
              <p:grpSpPr>
                <a:xfrm rot="5400000" flipH="1">
                  <a:off x="6432135" y="1215898"/>
                  <a:ext cx="748144" cy="748144"/>
                  <a:chOff x="2192483" y="1700646"/>
                  <a:chExt cx="748144" cy="748144"/>
                </a:xfrm>
              </p:grpSpPr>
              <p:sp>
                <p:nvSpPr>
                  <p:cNvPr id="85" name="Rectangle 84">
                    <a:extLst>
                      <a:ext uri="{FF2B5EF4-FFF2-40B4-BE49-F238E27FC236}">
                        <a16:creationId xmlns:a16="http://schemas.microsoft.com/office/drawing/2014/main" id="{7E56AB55-9410-C132-3211-1468F1C3B494}"/>
                      </a:ext>
                    </a:extLst>
                  </p:cNvPr>
                  <p:cNvSpPr/>
                  <p:nvPr/>
                </p:nvSpPr>
                <p:spPr>
                  <a:xfrm>
                    <a:off x="2566555" y="170064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86" name="Rectangle 85">
                    <a:extLst>
                      <a:ext uri="{FF2B5EF4-FFF2-40B4-BE49-F238E27FC236}">
                        <a16:creationId xmlns:a16="http://schemas.microsoft.com/office/drawing/2014/main" id="{40DB9A57-C5CC-7763-4752-3481BB531B07}"/>
                      </a:ext>
                    </a:extLst>
                  </p:cNvPr>
                  <p:cNvSpPr/>
                  <p:nvPr/>
                </p:nvSpPr>
                <p:spPr>
                  <a:xfrm>
                    <a:off x="2566555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87" name="Rectangle 86">
                    <a:extLst>
                      <a:ext uri="{FF2B5EF4-FFF2-40B4-BE49-F238E27FC236}">
                        <a16:creationId xmlns:a16="http://schemas.microsoft.com/office/drawing/2014/main" id="{3F0C9F91-CB3A-9BB6-1106-986EDFB52742}"/>
                      </a:ext>
                    </a:extLst>
                  </p:cNvPr>
                  <p:cNvSpPr/>
                  <p:nvPr/>
                </p:nvSpPr>
                <p:spPr>
                  <a:xfrm>
                    <a:off x="2192483" y="2074718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grpSp>
          <p:nvGrpSpPr>
            <p:cNvPr id="116" name="Groupe 115">
              <a:extLst>
                <a:ext uri="{FF2B5EF4-FFF2-40B4-BE49-F238E27FC236}">
                  <a16:creationId xmlns:a16="http://schemas.microsoft.com/office/drawing/2014/main" id="{D492E7A8-160D-915D-7B89-39EBF44298F0}"/>
                </a:ext>
              </a:extLst>
            </p:cNvPr>
            <p:cNvGrpSpPr/>
            <p:nvPr/>
          </p:nvGrpSpPr>
          <p:grpSpPr>
            <a:xfrm>
              <a:off x="566059" y="2960628"/>
              <a:ext cx="11059879" cy="748144"/>
              <a:chOff x="566059" y="4447310"/>
              <a:chExt cx="11059879" cy="748144"/>
            </a:xfrm>
          </p:grpSpPr>
          <p:grpSp>
            <p:nvGrpSpPr>
              <p:cNvPr id="42" name="Groupe 41">
                <a:extLst>
                  <a:ext uri="{FF2B5EF4-FFF2-40B4-BE49-F238E27FC236}">
                    <a16:creationId xmlns:a16="http://schemas.microsoft.com/office/drawing/2014/main" id="{259C2222-6351-06B1-A901-AA836E727CB5}"/>
                  </a:ext>
                </a:extLst>
              </p:cNvPr>
              <p:cNvGrpSpPr/>
              <p:nvPr/>
            </p:nvGrpSpPr>
            <p:grpSpPr>
              <a:xfrm>
                <a:off x="9755578" y="4447310"/>
                <a:ext cx="1870360" cy="748144"/>
                <a:chOff x="7055591" y="2537879"/>
                <a:chExt cx="1870360" cy="748144"/>
              </a:xfrm>
            </p:grpSpPr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C2125732-65B4-5B93-B615-1ECB8F901011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055591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041FBAD6-58B0-79D3-15D3-F4A0FC85BE92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429663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0" name="Rectangle 39">
                  <a:extLst>
                    <a:ext uri="{FF2B5EF4-FFF2-40B4-BE49-F238E27FC236}">
                      <a16:creationId xmlns:a16="http://schemas.microsoft.com/office/drawing/2014/main" id="{83573591-786E-E13A-8876-0DF649DCC510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803735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4" name="Rectangle 33">
                  <a:extLst>
                    <a:ext uri="{FF2B5EF4-FFF2-40B4-BE49-F238E27FC236}">
                      <a16:creationId xmlns:a16="http://schemas.microsoft.com/office/drawing/2014/main" id="{618D6838-98AC-2280-FCBF-6933669078C2}"/>
                    </a:ext>
                  </a:extLst>
                </p:cNvPr>
                <p:cNvSpPr/>
                <p:nvPr/>
              </p:nvSpPr>
              <p:spPr>
                <a:xfrm rot="5400000" flipH="1">
                  <a:off x="8551879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5" name="Rectangle 34">
                  <a:extLst>
                    <a:ext uri="{FF2B5EF4-FFF2-40B4-BE49-F238E27FC236}">
                      <a16:creationId xmlns:a16="http://schemas.microsoft.com/office/drawing/2014/main" id="{05C7D0F8-8316-1A1F-1566-AE60E0BF2F85}"/>
                    </a:ext>
                  </a:extLst>
                </p:cNvPr>
                <p:cNvSpPr/>
                <p:nvPr/>
              </p:nvSpPr>
              <p:spPr>
                <a:xfrm rot="5400000" flipH="1">
                  <a:off x="8177807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6" name="Rectangle 35">
                  <a:extLst>
                    <a:ext uri="{FF2B5EF4-FFF2-40B4-BE49-F238E27FC236}">
                      <a16:creationId xmlns:a16="http://schemas.microsoft.com/office/drawing/2014/main" id="{F9882227-F670-305F-87E6-870E4D993848}"/>
                    </a:ext>
                  </a:extLst>
                </p:cNvPr>
                <p:cNvSpPr/>
                <p:nvPr/>
              </p:nvSpPr>
              <p:spPr>
                <a:xfrm rot="5400000" flipH="1">
                  <a:off x="7803735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7" name="Rectangle 36">
                  <a:extLst>
                    <a:ext uri="{FF2B5EF4-FFF2-40B4-BE49-F238E27FC236}">
                      <a16:creationId xmlns:a16="http://schemas.microsoft.com/office/drawing/2014/main" id="{FBDE0429-D040-7067-908F-7122C80A7C4D}"/>
                    </a:ext>
                  </a:extLst>
                </p:cNvPr>
                <p:cNvSpPr/>
                <p:nvPr/>
              </p:nvSpPr>
              <p:spPr>
                <a:xfrm rot="5400000" flipH="1">
                  <a:off x="7429663" y="2911951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43" name="Groupe 42">
                <a:extLst>
                  <a:ext uri="{FF2B5EF4-FFF2-40B4-BE49-F238E27FC236}">
                    <a16:creationId xmlns:a16="http://schemas.microsoft.com/office/drawing/2014/main" id="{D641F70F-05D6-C73F-C50F-8C2ED8C7C62E}"/>
                  </a:ext>
                </a:extLst>
              </p:cNvPr>
              <p:cNvGrpSpPr/>
              <p:nvPr/>
            </p:nvGrpSpPr>
            <p:grpSpPr>
              <a:xfrm flipH="1">
                <a:off x="7319159" y="4447310"/>
                <a:ext cx="1870360" cy="748144"/>
                <a:chOff x="7055591" y="2537879"/>
                <a:chExt cx="1870360" cy="748144"/>
              </a:xfrm>
            </p:grpSpPr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BF049E2-2AE9-83F9-5757-3BD08D02B196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055591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1085BD5-19D4-6757-639D-A596106A0ADA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429663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4222BC94-AFFC-AA05-A5CD-689F108B1E46}"/>
                    </a:ext>
                  </a:extLst>
                </p:cNvPr>
                <p:cNvSpPr/>
                <p:nvPr/>
              </p:nvSpPr>
              <p:spPr>
                <a:xfrm rot="5400000" flipH="1" flipV="1">
                  <a:off x="7803735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7" name="Rectangle 46">
                  <a:extLst>
                    <a:ext uri="{FF2B5EF4-FFF2-40B4-BE49-F238E27FC236}">
                      <a16:creationId xmlns:a16="http://schemas.microsoft.com/office/drawing/2014/main" id="{990DED42-9B03-4E35-5367-B71EA39131F9}"/>
                    </a:ext>
                  </a:extLst>
                </p:cNvPr>
                <p:cNvSpPr/>
                <p:nvPr/>
              </p:nvSpPr>
              <p:spPr>
                <a:xfrm rot="5400000" flipH="1">
                  <a:off x="8551879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8" name="Rectangle 47">
                  <a:extLst>
                    <a:ext uri="{FF2B5EF4-FFF2-40B4-BE49-F238E27FC236}">
                      <a16:creationId xmlns:a16="http://schemas.microsoft.com/office/drawing/2014/main" id="{C64BB463-002F-B3FA-18AC-E039FC37F965}"/>
                    </a:ext>
                  </a:extLst>
                </p:cNvPr>
                <p:cNvSpPr/>
                <p:nvPr/>
              </p:nvSpPr>
              <p:spPr>
                <a:xfrm rot="5400000" flipH="1">
                  <a:off x="8177807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49" name="Rectangle 48">
                  <a:extLst>
                    <a:ext uri="{FF2B5EF4-FFF2-40B4-BE49-F238E27FC236}">
                      <a16:creationId xmlns:a16="http://schemas.microsoft.com/office/drawing/2014/main" id="{A49984FE-B361-0969-DE44-0569DA1A21D7}"/>
                    </a:ext>
                  </a:extLst>
                </p:cNvPr>
                <p:cNvSpPr/>
                <p:nvPr/>
              </p:nvSpPr>
              <p:spPr>
                <a:xfrm rot="5400000" flipH="1">
                  <a:off x="7803735" y="2537879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0" name="Rectangle 49">
                  <a:extLst>
                    <a:ext uri="{FF2B5EF4-FFF2-40B4-BE49-F238E27FC236}">
                      <a16:creationId xmlns:a16="http://schemas.microsoft.com/office/drawing/2014/main" id="{41C3E543-3594-BB89-BEEC-B9F577CC9A44}"/>
                    </a:ext>
                  </a:extLst>
                </p:cNvPr>
                <p:cNvSpPr/>
                <p:nvPr/>
              </p:nvSpPr>
              <p:spPr>
                <a:xfrm rot="5400000" flipH="1">
                  <a:off x="7429663" y="2911951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64" name="Groupe 63">
                <a:extLst>
                  <a:ext uri="{FF2B5EF4-FFF2-40B4-BE49-F238E27FC236}">
                    <a16:creationId xmlns:a16="http://schemas.microsoft.com/office/drawing/2014/main" id="{EBEA9FB9-1664-0FE6-E1D3-9192CD3AFBB6}"/>
                  </a:ext>
                </a:extLst>
              </p:cNvPr>
              <p:cNvGrpSpPr/>
              <p:nvPr/>
            </p:nvGrpSpPr>
            <p:grpSpPr>
              <a:xfrm>
                <a:off x="2254334" y="4634346"/>
                <a:ext cx="748144" cy="374072"/>
                <a:chOff x="2192483" y="3632136"/>
                <a:chExt cx="748144" cy="374072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53620E08-9464-53BA-DF0C-0EE754FC0620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8921839E-17F8-C14E-2875-DBB19FADC8F0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65" name="Groupe 64">
                <a:extLst>
                  <a:ext uri="{FF2B5EF4-FFF2-40B4-BE49-F238E27FC236}">
                    <a16:creationId xmlns:a16="http://schemas.microsoft.com/office/drawing/2014/main" id="{35287F60-81FE-4D2C-4574-50965316BBED}"/>
                  </a:ext>
                </a:extLst>
              </p:cNvPr>
              <p:cNvGrpSpPr/>
              <p:nvPr/>
            </p:nvGrpSpPr>
            <p:grpSpPr>
              <a:xfrm>
                <a:off x="5256812" y="4634346"/>
                <a:ext cx="1496288" cy="374072"/>
                <a:chOff x="3267983" y="4399332"/>
                <a:chExt cx="1496288" cy="374072"/>
              </a:xfrm>
            </p:grpSpPr>
            <p:sp>
              <p:nvSpPr>
                <p:cNvPr id="58" name="Rectangle 57">
                  <a:extLst>
                    <a:ext uri="{FF2B5EF4-FFF2-40B4-BE49-F238E27FC236}">
                      <a16:creationId xmlns:a16="http://schemas.microsoft.com/office/drawing/2014/main" id="{9CE201EE-77EF-2BB8-629F-5E648ECEAFC6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9" name="Rectangle 58">
                  <a:extLst>
                    <a:ext uri="{FF2B5EF4-FFF2-40B4-BE49-F238E27FC236}">
                      <a16:creationId xmlns:a16="http://schemas.microsoft.com/office/drawing/2014/main" id="{D4264ADA-B26D-AFFE-8FF4-32D8FC577B72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0" name="Rectangle 59">
                  <a:extLst>
                    <a:ext uri="{FF2B5EF4-FFF2-40B4-BE49-F238E27FC236}">
                      <a16:creationId xmlns:a16="http://schemas.microsoft.com/office/drawing/2014/main" id="{042D909C-9DCA-DE01-7CB0-AF938E58A2D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1" name="Rectangle 60">
                  <a:extLst>
                    <a:ext uri="{FF2B5EF4-FFF2-40B4-BE49-F238E27FC236}">
                      <a16:creationId xmlns:a16="http://schemas.microsoft.com/office/drawing/2014/main" id="{3937FF67-3619-8C0C-9E25-FD1BC639FA98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62" name="Rectangle 61">
                  <a:extLst>
                    <a:ext uri="{FF2B5EF4-FFF2-40B4-BE49-F238E27FC236}">
                      <a16:creationId xmlns:a16="http://schemas.microsoft.com/office/drawing/2014/main" id="{FA0475BB-AA6A-5358-E98F-92ABA85FF302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73" name="Groupe 72">
                <a:extLst>
                  <a:ext uri="{FF2B5EF4-FFF2-40B4-BE49-F238E27FC236}">
                    <a16:creationId xmlns:a16="http://schemas.microsoft.com/office/drawing/2014/main" id="{884F2597-B064-6191-B68B-4D830D880949}"/>
                  </a:ext>
                </a:extLst>
              </p:cNvPr>
              <p:cNvGrpSpPr/>
              <p:nvPr/>
            </p:nvGrpSpPr>
            <p:grpSpPr>
              <a:xfrm>
                <a:off x="3568537" y="4634346"/>
                <a:ext cx="1122216" cy="374072"/>
                <a:chOff x="6432135" y="4506186"/>
                <a:chExt cx="1122216" cy="374072"/>
              </a:xfrm>
            </p:grpSpPr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5BB6DE6E-E009-FA5F-450A-382C234B1A39}"/>
                    </a:ext>
                  </a:extLst>
                </p:cNvPr>
                <p:cNvSpPr/>
                <p:nvPr/>
              </p:nvSpPr>
              <p:spPr>
                <a:xfrm rot="16200000" flipV="1">
                  <a:off x="7180279" y="450618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A186C8C4-C626-1819-6E6F-19EB7F55D79A}"/>
                    </a:ext>
                  </a:extLst>
                </p:cNvPr>
                <p:cNvSpPr/>
                <p:nvPr/>
              </p:nvSpPr>
              <p:spPr>
                <a:xfrm rot="16200000">
                  <a:off x="6432135" y="450618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1" name="Rectangle 70">
                  <a:extLst>
                    <a:ext uri="{FF2B5EF4-FFF2-40B4-BE49-F238E27FC236}">
                      <a16:creationId xmlns:a16="http://schemas.microsoft.com/office/drawing/2014/main" id="{5AFD1CEC-ED8E-9A51-0183-92FB75CEB0FD}"/>
                    </a:ext>
                  </a:extLst>
                </p:cNvPr>
                <p:cNvSpPr/>
                <p:nvPr/>
              </p:nvSpPr>
              <p:spPr>
                <a:xfrm rot="16200000">
                  <a:off x="6806207" y="450618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2" name="Rectangle 71">
                  <a:extLst>
                    <a:ext uri="{FF2B5EF4-FFF2-40B4-BE49-F238E27FC236}">
                      <a16:creationId xmlns:a16="http://schemas.microsoft.com/office/drawing/2014/main" id="{530327FF-3750-5867-B764-DB656FFCC176}"/>
                    </a:ext>
                  </a:extLst>
                </p:cNvPr>
                <p:cNvSpPr/>
                <p:nvPr/>
              </p:nvSpPr>
              <p:spPr>
                <a:xfrm rot="16200000">
                  <a:off x="7180279" y="450618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98" name="Groupe 97">
                <a:extLst>
                  <a:ext uri="{FF2B5EF4-FFF2-40B4-BE49-F238E27FC236}">
                    <a16:creationId xmlns:a16="http://schemas.microsoft.com/office/drawing/2014/main" id="{CF426B0A-F70A-0882-0851-F12727FC978E}"/>
                  </a:ext>
                </a:extLst>
              </p:cNvPr>
              <p:cNvGrpSpPr/>
              <p:nvPr/>
            </p:nvGrpSpPr>
            <p:grpSpPr>
              <a:xfrm>
                <a:off x="566059" y="4451885"/>
                <a:ext cx="1122216" cy="738994"/>
                <a:chOff x="458933" y="2547029"/>
                <a:chExt cx="1122216" cy="738994"/>
              </a:xfrm>
            </p:grpSpPr>
            <p:grpSp>
              <p:nvGrpSpPr>
                <p:cNvPr id="92" name="Groupe 91">
                  <a:extLst>
                    <a:ext uri="{FF2B5EF4-FFF2-40B4-BE49-F238E27FC236}">
                      <a16:creationId xmlns:a16="http://schemas.microsoft.com/office/drawing/2014/main" id="{F82B18DD-3068-5C7F-6513-06A6131506A6}"/>
                    </a:ext>
                  </a:extLst>
                </p:cNvPr>
                <p:cNvGrpSpPr/>
                <p:nvPr/>
              </p:nvGrpSpPr>
              <p:grpSpPr>
                <a:xfrm>
                  <a:off x="458933" y="2547029"/>
                  <a:ext cx="748144" cy="374072"/>
                  <a:chOff x="2192483" y="3632136"/>
                  <a:chExt cx="748144" cy="374072"/>
                </a:xfrm>
              </p:grpSpPr>
              <p:sp>
                <p:nvSpPr>
                  <p:cNvPr id="93" name="Rectangle 92">
                    <a:extLst>
                      <a:ext uri="{FF2B5EF4-FFF2-40B4-BE49-F238E27FC236}">
                        <a16:creationId xmlns:a16="http://schemas.microsoft.com/office/drawing/2014/main" id="{391BC730-B8CD-3A64-E6F6-0BF43E87B4B4}"/>
                      </a:ext>
                    </a:extLst>
                  </p:cNvPr>
                  <p:cNvSpPr/>
                  <p:nvPr/>
                </p:nvSpPr>
                <p:spPr>
                  <a:xfrm flipH="1">
                    <a:off x="2192483" y="3632136"/>
                    <a:ext cx="374072" cy="36492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94" name="Rectangle 93">
                    <a:extLst>
                      <a:ext uri="{FF2B5EF4-FFF2-40B4-BE49-F238E27FC236}">
                        <a16:creationId xmlns:a16="http://schemas.microsoft.com/office/drawing/2014/main" id="{FA9AA42A-88E9-A015-A2D3-472CDE2C83D7}"/>
                      </a:ext>
                    </a:extLst>
                  </p:cNvPr>
                  <p:cNvSpPr/>
                  <p:nvPr/>
                </p:nvSpPr>
                <p:spPr>
                  <a:xfrm flipH="1">
                    <a:off x="2566555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95" name="Groupe 94">
                  <a:extLst>
                    <a:ext uri="{FF2B5EF4-FFF2-40B4-BE49-F238E27FC236}">
                      <a16:creationId xmlns:a16="http://schemas.microsoft.com/office/drawing/2014/main" id="{0B7AFD66-D539-43F1-7253-E913D08F1A71}"/>
                    </a:ext>
                  </a:extLst>
                </p:cNvPr>
                <p:cNvGrpSpPr/>
                <p:nvPr/>
              </p:nvGrpSpPr>
              <p:grpSpPr>
                <a:xfrm>
                  <a:off x="833005" y="2911951"/>
                  <a:ext cx="748144" cy="374072"/>
                  <a:chOff x="2192483" y="3632136"/>
                  <a:chExt cx="748144" cy="374072"/>
                </a:xfrm>
              </p:grpSpPr>
              <p:sp>
                <p:nvSpPr>
                  <p:cNvPr id="96" name="Rectangle 95">
                    <a:extLst>
                      <a:ext uri="{FF2B5EF4-FFF2-40B4-BE49-F238E27FC236}">
                        <a16:creationId xmlns:a16="http://schemas.microsoft.com/office/drawing/2014/main" id="{9C704C6B-17F5-6F38-BA08-E1196637B116}"/>
                      </a:ext>
                    </a:extLst>
                  </p:cNvPr>
                  <p:cNvSpPr/>
                  <p:nvPr/>
                </p:nvSpPr>
                <p:spPr>
                  <a:xfrm flipH="1">
                    <a:off x="2192483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97" name="Rectangle 96">
                    <a:extLst>
                      <a:ext uri="{FF2B5EF4-FFF2-40B4-BE49-F238E27FC236}">
                        <a16:creationId xmlns:a16="http://schemas.microsoft.com/office/drawing/2014/main" id="{0619460C-27AF-0B3E-7A5C-923213664005}"/>
                      </a:ext>
                    </a:extLst>
                  </p:cNvPr>
                  <p:cNvSpPr/>
                  <p:nvPr/>
                </p:nvSpPr>
                <p:spPr>
                  <a:xfrm flipH="1">
                    <a:off x="2566555" y="3632136"/>
                    <a:ext cx="374072" cy="374072"/>
                  </a:xfrm>
                  <a:prstGeom prst="rect">
                    <a:avLst/>
                  </a:prstGeom>
                  <a:solidFill>
                    <a:schemeClr val="accent4">
                      <a:lumMod val="75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grpSp>
          <p:nvGrpSpPr>
            <p:cNvPr id="114" name="Groupe 113">
              <a:extLst>
                <a:ext uri="{FF2B5EF4-FFF2-40B4-BE49-F238E27FC236}">
                  <a16:creationId xmlns:a16="http://schemas.microsoft.com/office/drawing/2014/main" id="{27964B8D-6984-E898-CE5D-C7A539F2C46B}"/>
                </a:ext>
              </a:extLst>
            </p:cNvPr>
            <p:cNvGrpSpPr/>
            <p:nvPr/>
          </p:nvGrpSpPr>
          <p:grpSpPr>
            <a:xfrm>
              <a:off x="1282540" y="1916283"/>
              <a:ext cx="9439882" cy="646331"/>
              <a:chOff x="1282540" y="3059668"/>
              <a:chExt cx="9439882" cy="646331"/>
            </a:xfrm>
          </p:grpSpPr>
          <p:sp>
            <p:nvSpPr>
              <p:cNvPr id="102" name="ZoneTexte 101">
                <a:extLst>
                  <a:ext uri="{FF2B5EF4-FFF2-40B4-BE49-F238E27FC236}">
                    <a16:creationId xmlns:a16="http://schemas.microsoft.com/office/drawing/2014/main" id="{413DC51D-295D-9DCB-AE6C-A9B934539857}"/>
                  </a:ext>
                </a:extLst>
              </p:cNvPr>
              <p:cNvSpPr txBox="1"/>
              <p:nvPr/>
            </p:nvSpPr>
            <p:spPr>
              <a:xfrm>
                <a:off x="1282540" y="3198167"/>
                <a:ext cx="501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J</a:t>
                </a:r>
              </a:p>
            </p:txBody>
          </p:sp>
          <p:sp>
            <p:nvSpPr>
              <p:cNvPr id="103" name="ZoneTexte 102">
                <a:extLst>
                  <a:ext uri="{FF2B5EF4-FFF2-40B4-BE49-F238E27FC236}">
                    <a16:creationId xmlns:a16="http://schemas.microsoft.com/office/drawing/2014/main" id="{F3056EAE-2C9E-C2C9-6B0D-83CDBAE3B899}"/>
                  </a:ext>
                </a:extLst>
              </p:cNvPr>
              <p:cNvSpPr txBox="1"/>
              <p:nvPr/>
            </p:nvSpPr>
            <p:spPr>
              <a:xfrm>
                <a:off x="3189849" y="3198167"/>
                <a:ext cx="501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L</a:t>
                </a:r>
              </a:p>
            </p:txBody>
          </p:sp>
          <p:sp>
            <p:nvSpPr>
              <p:cNvPr id="104" name="ZoneTexte 103">
                <a:extLst>
                  <a:ext uri="{FF2B5EF4-FFF2-40B4-BE49-F238E27FC236}">
                    <a16:creationId xmlns:a16="http://schemas.microsoft.com/office/drawing/2014/main" id="{C5751CD5-959B-6FCE-286B-89FBB7F9E715}"/>
                  </a:ext>
                </a:extLst>
              </p:cNvPr>
              <p:cNvSpPr txBox="1"/>
              <p:nvPr/>
            </p:nvSpPr>
            <p:spPr>
              <a:xfrm>
                <a:off x="4897098" y="3059668"/>
                <a:ext cx="93288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square2x2</a:t>
                </a:r>
              </a:p>
            </p:txBody>
          </p:sp>
          <p:sp>
            <p:nvSpPr>
              <p:cNvPr id="105" name="ZoneTexte 104">
                <a:extLst>
                  <a:ext uri="{FF2B5EF4-FFF2-40B4-BE49-F238E27FC236}">
                    <a16:creationId xmlns:a16="http://schemas.microsoft.com/office/drawing/2014/main" id="{D55FE5AA-4FC5-AF0A-ADA8-66E9E3775827}"/>
                  </a:ext>
                </a:extLst>
              </p:cNvPr>
              <p:cNvSpPr txBox="1"/>
              <p:nvPr/>
            </p:nvSpPr>
            <p:spPr>
              <a:xfrm>
                <a:off x="7385438" y="3198167"/>
                <a:ext cx="86166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 err="1">
                    <a:latin typeface="Comic Sans MS" panose="030F0702030302020204" pitchFamily="66" charset="0"/>
                  </a:rPr>
                  <a:t>longT</a:t>
                </a:r>
                <a:endParaRPr lang="en-GB" dirty="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06" name="ZoneTexte 105">
                <a:extLst>
                  <a:ext uri="{FF2B5EF4-FFF2-40B4-BE49-F238E27FC236}">
                    <a16:creationId xmlns:a16="http://schemas.microsoft.com/office/drawing/2014/main" id="{DAD1CF5E-F7C4-7983-C1CB-69B5E91A5A1C}"/>
                  </a:ext>
                </a:extLst>
              </p:cNvPr>
              <p:cNvSpPr txBox="1"/>
              <p:nvPr/>
            </p:nvSpPr>
            <p:spPr>
              <a:xfrm>
                <a:off x="10221028" y="3198167"/>
                <a:ext cx="501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T</a:t>
                </a:r>
              </a:p>
            </p:txBody>
          </p:sp>
        </p:grpSp>
        <p:grpSp>
          <p:nvGrpSpPr>
            <p:cNvPr id="115" name="Groupe 114">
              <a:extLst>
                <a:ext uri="{FF2B5EF4-FFF2-40B4-BE49-F238E27FC236}">
                  <a16:creationId xmlns:a16="http://schemas.microsoft.com/office/drawing/2014/main" id="{ED0F07B9-9282-22BF-3DAE-335148505E47}"/>
                </a:ext>
              </a:extLst>
            </p:cNvPr>
            <p:cNvGrpSpPr/>
            <p:nvPr/>
          </p:nvGrpSpPr>
          <p:grpSpPr>
            <a:xfrm>
              <a:off x="876470" y="4001297"/>
              <a:ext cx="10392091" cy="369332"/>
              <a:chOff x="876470" y="5589973"/>
              <a:chExt cx="10392091" cy="369332"/>
            </a:xfrm>
          </p:grpSpPr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3253395B-63C4-8F02-8069-DC877EB005FC}"/>
                  </a:ext>
                </a:extLst>
              </p:cNvPr>
              <p:cNvSpPr txBox="1"/>
              <p:nvPr/>
            </p:nvSpPr>
            <p:spPr>
              <a:xfrm>
                <a:off x="876470" y="5589973"/>
                <a:ext cx="50139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Z</a:t>
                </a:r>
              </a:p>
            </p:txBody>
          </p:sp>
          <p:sp>
            <p:nvSpPr>
              <p:cNvPr id="108" name="ZoneTexte 107">
                <a:extLst>
                  <a:ext uri="{FF2B5EF4-FFF2-40B4-BE49-F238E27FC236}">
                    <a16:creationId xmlns:a16="http://schemas.microsoft.com/office/drawing/2014/main" id="{C15A5EB8-B104-3581-A251-91D2880F19EC}"/>
                  </a:ext>
                </a:extLst>
              </p:cNvPr>
              <p:cNvSpPr txBox="1"/>
              <p:nvPr/>
            </p:nvSpPr>
            <p:spPr>
              <a:xfrm>
                <a:off x="2254334" y="5589973"/>
                <a:ext cx="748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row2</a:t>
                </a:r>
              </a:p>
            </p:txBody>
          </p:sp>
          <p:sp>
            <p:nvSpPr>
              <p:cNvPr id="109" name="ZoneTexte 108">
                <a:extLst>
                  <a:ext uri="{FF2B5EF4-FFF2-40B4-BE49-F238E27FC236}">
                    <a16:creationId xmlns:a16="http://schemas.microsoft.com/office/drawing/2014/main" id="{86E1AE62-EF7A-CBB3-9637-532468E53A7A}"/>
                  </a:ext>
                </a:extLst>
              </p:cNvPr>
              <p:cNvSpPr txBox="1"/>
              <p:nvPr/>
            </p:nvSpPr>
            <p:spPr>
              <a:xfrm>
                <a:off x="3755573" y="5589973"/>
                <a:ext cx="748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row3</a:t>
                </a:r>
              </a:p>
            </p:txBody>
          </p:sp>
          <p:sp>
            <p:nvSpPr>
              <p:cNvPr id="110" name="ZoneTexte 109">
                <a:extLst>
                  <a:ext uri="{FF2B5EF4-FFF2-40B4-BE49-F238E27FC236}">
                    <a16:creationId xmlns:a16="http://schemas.microsoft.com/office/drawing/2014/main" id="{A072A50E-2396-32B9-43B2-F41EDE3E860B}"/>
                  </a:ext>
                </a:extLst>
              </p:cNvPr>
              <p:cNvSpPr txBox="1"/>
              <p:nvPr/>
            </p:nvSpPr>
            <p:spPr>
              <a:xfrm>
                <a:off x="5630884" y="5589973"/>
                <a:ext cx="7481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row4</a:t>
                </a:r>
              </a:p>
            </p:txBody>
          </p:sp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2EE6491B-B640-F144-FDD1-B787BC484465}"/>
                  </a:ext>
                </a:extLst>
              </p:cNvPr>
              <p:cNvSpPr txBox="1"/>
              <p:nvPr/>
            </p:nvSpPr>
            <p:spPr>
              <a:xfrm>
                <a:off x="7770054" y="5589973"/>
                <a:ext cx="9685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 err="1">
                    <a:latin typeface="Comic Sans MS" panose="030F0702030302020204" pitchFamily="66" charset="0"/>
                  </a:rPr>
                  <a:t>tonfaT</a:t>
                </a:r>
                <a:endParaRPr lang="en-GB" dirty="0">
                  <a:latin typeface="Comic Sans MS" panose="030F0702030302020204" pitchFamily="66" charset="0"/>
                </a:endParaRPr>
              </a:p>
            </p:txBody>
          </p:sp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C0B74571-F92A-0E41-D461-35702E47FE18}"/>
                  </a:ext>
                </a:extLst>
              </p:cNvPr>
              <p:cNvSpPr txBox="1"/>
              <p:nvPr/>
            </p:nvSpPr>
            <p:spPr>
              <a:xfrm>
                <a:off x="10112955" y="5589973"/>
                <a:ext cx="115560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dirty="0">
                    <a:latin typeface="Comic Sans MS" panose="030F0702030302020204" pitchFamily="66" charset="0"/>
                  </a:rPr>
                  <a:t>tonfaT2</a:t>
                </a:r>
              </a:p>
            </p:txBody>
          </p:sp>
        </p:grpSp>
      </p:grpSp>
      <p:grpSp>
        <p:nvGrpSpPr>
          <p:cNvPr id="333" name="Groupe 332">
            <a:extLst>
              <a:ext uri="{FF2B5EF4-FFF2-40B4-BE49-F238E27FC236}">
                <a16:creationId xmlns:a16="http://schemas.microsoft.com/office/drawing/2014/main" id="{91437F6D-3233-7585-9F94-62DEF62DCC71}"/>
              </a:ext>
            </a:extLst>
          </p:cNvPr>
          <p:cNvGrpSpPr/>
          <p:nvPr/>
        </p:nvGrpSpPr>
        <p:grpSpPr>
          <a:xfrm>
            <a:off x="5256812" y="4895378"/>
            <a:ext cx="1925849" cy="1449724"/>
            <a:chOff x="218944" y="183363"/>
            <a:chExt cx="1925849" cy="1449724"/>
          </a:xfrm>
        </p:grpSpPr>
        <p:grpSp>
          <p:nvGrpSpPr>
            <p:cNvPr id="332" name="Groupe 331">
              <a:extLst>
                <a:ext uri="{FF2B5EF4-FFF2-40B4-BE49-F238E27FC236}">
                  <a16:creationId xmlns:a16="http://schemas.microsoft.com/office/drawing/2014/main" id="{938C5D40-F33F-0B8B-11B5-F1F9A7946B1C}"/>
                </a:ext>
              </a:extLst>
            </p:cNvPr>
            <p:cNvGrpSpPr/>
            <p:nvPr/>
          </p:nvGrpSpPr>
          <p:grpSpPr>
            <a:xfrm>
              <a:off x="218944" y="183363"/>
              <a:ext cx="1925849" cy="1449724"/>
              <a:chOff x="218944" y="183363"/>
              <a:chExt cx="1925849" cy="1449724"/>
            </a:xfrm>
          </p:grpSpPr>
          <p:grpSp>
            <p:nvGrpSpPr>
              <p:cNvPr id="117" name="Groupe 116">
                <a:extLst>
                  <a:ext uri="{FF2B5EF4-FFF2-40B4-BE49-F238E27FC236}">
                    <a16:creationId xmlns:a16="http://schemas.microsoft.com/office/drawing/2014/main" id="{D0845CBD-1369-F281-14A1-B0C9F9466943}"/>
                  </a:ext>
                </a:extLst>
              </p:cNvPr>
              <p:cNvGrpSpPr/>
              <p:nvPr/>
            </p:nvGrpSpPr>
            <p:grpSpPr>
              <a:xfrm>
                <a:off x="855127" y="665908"/>
                <a:ext cx="501621" cy="300973"/>
                <a:chOff x="2768594" y="3900175"/>
                <a:chExt cx="1870360" cy="1122218"/>
              </a:xfrm>
            </p:grpSpPr>
            <p:grpSp>
              <p:nvGrpSpPr>
                <p:cNvPr id="118" name="Groupe 117">
                  <a:extLst>
                    <a:ext uri="{FF2B5EF4-FFF2-40B4-BE49-F238E27FC236}">
                      <a16:creationId xmlns:a16="http://schemas.microsoft.com/office/drawing/2014/main" id="{14EEA435-B7DE-CEF3-AD82-EA26F0387A40}"/>
                    </a:ext>
                  </a:extLst>
                </p:cNvPr>
                <p:cNvGrpSpPr/>
                <p:nvPr/>
              </p:nvGrpSpPr>
              <p:grpSpPr>
                <a:xfrm>
                  <a:off x="2768594" y="4648321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33" name="Rectangle 132">
                    <a:extLst>
                      <a:ext uri="{FF2B5EF4-FFF2-40B4-BE49-F238E27FC236}">
                        <a16:creationId xmlns:a16="http://schemas.microsoft.com/office/drawing/2014/main" id="{6BDA5E61-CD83-DBDF-6071-A1A0BD36881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4" name="Rectangle 133">
                    <a:extLst>
                      <a:ext uri="{FF2B5EF4-FFF2-40B4-BE49-F238E27FC236}">
                        <a16:creationId xmlns:a16="http://schemas.microsoft.com/office/drawing/2014/main" id="{C2325D4B-3096-8940-B229-BAD156FD849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5" name="Rectangle 134">
                    <a:extLst>
                      <a:ext uri="{FF2B5EF4-FFF2-40B4-BE49-F238E27FC236}">
                        <a16:creationId xmlns:a16="http://schemas.microsoft.com/office/drawing/2014/main" id="{14C9E79B-A639-4393-3A58-F097EFE8105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6" name="Rectangle 135">
                    <a:extLst>
                      <a:ext uri="{FF2B5EF4-FFF2-40B4-BE49-F238E27FC236}">
                        <a16:creationId xmlns:a16="http://schemas.microsoft.com/office/drawing/2014/main" id="{71FF2C01-0002-369E-C174-0AB74CC44E8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7" name="Rectangle 136">
                    <a:extLst>
                      <a:ext uri="{FF2B5EF4-FFF2-40B4-BE49-F238E27FC236}">
                        <a16:creationId xmlns:a16="http://schemas.microsoft.com/office/drawing/2014/main" id="{63B87E5C-FBE2-3E6E-524D-DC27F608370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8" name="Rectangle 137">
                    <a:extLst>
                      <a:ext uri="{FF2B5EF4-FFF2-40B4-BE49-F238E27FC236}">
                        <a16:creationId xmlns:a16="http://schemas.microsoft.com/office/drawing/2014/main" id="{C588331D-6C18-F4B3-01B9-ABCDCE6E690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19" name="Groupe 118">
                  <a:extLst>
                    <a:ext uri="{FF2B5EF4-FFF2-40B4-BE49-F238E27FC236}">
                      <a16:creationId xmlns:a16="http://schemas.microsoft.com/office/drawing/2014/main" id="{7CD5742B-4754-633B-812B-35B1C12354A9}"/>
                    </a:ext>
                  </a:extLst>
                </p:cNvPr>
                <p:cNvGrpSpPr/>
                <p:nvPr/>
              </p:nvGrpSpPr>
              <p:grpSpPr>
                <a:xfrm>
                  <a:off x="2768594" y="4274249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27" name="Rectangle 126">
                    <a:extLst>
                      <a:ext uri="{FF2B5EF4-FFF2-40B4-BE49-F238E27FC236}">
                        <a16:creationId xmlns:a16="http://schemas.microsoft.com/office/drawing/2014/main" id="{2D2A86C3-596D-913A-6FEF-27B3515B7102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8" name="Rectangle 127">
                    <a:extLst>
                      <a:ext uri="{FF2B5EF4-FFF2-40B4-BE49-F238E27FC236}">
                        <a16:creationId xmlns:a16="http://schemas.microsoft.com/office/drawing/2014/main" id="{5169F73C-4209-9FE4-7C0B-FA364E026B6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9" name="Rectangle 128">
                    <a:extLst>
                      <a:ext uri="{FF2B5EF4-FFF2-40B4-BE49-F238E27FC236}">
                        <a16:creationId xmlns:a16="http://schemas.microsoft.com/office/drawing/2014/main" id="{EE8CF85F-E5E3-0108-DDF9-D963EEC9E626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0" name="Rectangle 129">
                    <a:extLst>
                      <a:ext uri="{FF2B5EF4-FFF2-40B4-BE49-F238E27FC236}">
                        <a16:creationId xmlns:a16="http://schemas.microsoft.com/office/drawing/2014/main" id="{D3E25969-DD8F-29B2-E999-095CF3D74FA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1" name="Rectangle 130">
                    <a:extLst>
                      <a:ext uri="{FF2B5EF4-FFF2-40B4-BE49-F238E27FC236}">
                        <a16:creationId xmlns:a16="http://schemas.microsoft.com/office/drawing/2014/main" id="{7C2653B9-DA7D-11C6-BEBD-C457442946B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32" name="Rectangle 131">
                    <a:extLst>
                      <a:ext uri="{FF2B5EF4-FFF2-40B4-BE49-F238E27FC236}">
                        <a16:creationId xmlns:a16="http://schemas.microsoft.com/office/drawing/2014/main" id="{4899E65C-B55D-0D96-0E07-B9972C38213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20" name="Groupe 119">
                  <a:extLst>
                    <a:ext uri="{FF2B5EF4-FFF2-40B4-BE49-F238E27FC236}">
                      <a16:creationId xmlns:a16="http://schemas.microsoft.com/office/drawing/2014/main" id="{06147800-5C80-1BA3-EC3F-53864547F722}"/>
                    </a:ext>
                  </a:extLst>
                </p:cNvPr>
                <p:cNvGrpSpPr/>
                <p:nvPr/>
              </p:nvGrpSpPr>
              <p:grpSpPr>
                <a:xfrm>
                  <a:off x="2768594" y="3900175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21" name="Rectangle 120">
                    <a:extLst>
                      <a:ext uri="{FF2B5EF4-FFF2-40B4-BE49-F238E27FC236}">
                        <a16:creationId xmlns:a16="http://schemas.microsoft.com/office/drawing/2014/main" id="{7DBAE568-BC7E-CA7A-5EB7-E2FD3E7D2CC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2" name="Rectangle 121">
                    <a:extLst>
                      <a:ext uri="{FF2B5EF4-FFF2-40B4-BE49-F238E27FC236}">
                        <a16:creationId xmlns:a16="http://schemas.microsoft.com/office/drawing/2014/main" id="{9E2E4E90-1684-D509-6987-F140337A170B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3" name="Rectangle 122">
                    <a:extLst>
                      <a:ext uri="{FF2B5EF4-FFF2-40B4-BE49-F238E27FC236}">
                        <a16:creationId xmlns:a16="http://schemas.microsoft.com/office/drawing/2014/main" id="{ABFABD61-A35A-2FFD-0A32-AB466CE838C9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4" name="Rectangle 123">
                    <a:extLst>
                      <a:ext uri="{FF2B5EF4-FFF2-40B4-BE49-F238E27FC236}">
                        <a16:creationId xmlns:a16="http://schemas.microsoft.com/office/drawing/2014/main" id="{934318F1-A34C-087F-E62B-2F90619EC65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5" name="Rectangle 124">
                    <a:extLst>
                      <a:ext uri="{FF2B5EF4-FFF2-40B4-BE49-F238E27FC236}">
                        <a16:creationId xmlns:a16="http://schemas.microsoft.com/office/drawing/2014/main" id="{B17D68C5-4291-32A0-C1D7-F282B5503517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26" name="Rectangle 125">
                    <a:extLst>
                      <a:ext uri="{FF2B5EF4-FFF2-40B4-BE49-F238E27FC236}">
                        <a16:creationId xmlns:a16="http://schemas.microsoft.com/office/drawing/2014/main" id="{1FC61BC3-1654-EDAC-AC60-9F92B084FC2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139" name="Groupe 138">
                <a:extLst>
                  <a:ext uri="{FF2B5EF4-FFF2-40B4-BE49-F238E27FC236}">
                    <a16:creationId xmlns:a16="http://schemas.microsoft.com/office/drawing/2014/main" id="{F124EEAE-099E-7368-8046-B5712F876200}"/>
                  </a:ext>
                </a:extLst>
              </p:cNvPr>
              <p:cNvGrpSpPr/>
              <p:nvPr/>
            </p:nvGrpSpPr>
            <p:grpSpPr>
              <a:xfrm>
                <a:off x="218944" y="884431"/>
                <a:ext cx="501621" cy="200649"/>
                <a:chOff x="3691461" y="1690374"/>
                <a:chExt cx="1870360" cy="748146"/>
              </a:xfrm>
            </p:grpSpPr>
            <p:grpSp>
              <p:nvGrpSpPr>
                <p:cNvPr id="140" name="Groupe 139">
                  <a:extLst>
                    <a:ext uri="{FF2B5EF4-FFF2-40B4-BE49-F238E27FC236}">
                      <a16:creationId xmlns:a16="http://schemas.microsoft.com/office/drawing/2014/main" id="{ACD3D1F3-CFE7-379B-1D20-E93C9F0B00A7}"/>
                    </a:ext>
                  </a:extLst>
                </p:cNvPr>
                <p:cNvGrpSpPr/>
                <p:nvPr/>
              </p:nvGrpSpPr>
              <p:grpSpPr>
                <a:xfrm>
                  <a:off x="3691461" y="2064448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44" name="Rectangle 143">
                    <a:extLst>
                      <a:ext uri="{FF2B5EF4-FFF2-40B4-BE49-F238E27FC236}">
                        <a16:creationId xmlns:a16="http://schemas.microsoft.com/office/drawing/2014/main" id="{D70AB9AA-3448-9A11-6DD5-47EB1AA4029C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5" name="Rectangle 144">
                    <a:extLst>
                      <a:ext uri="{FF2B5EF4-FFF2-40B4-BE49-F238E27FC236}">
                        <a16:creationId xmlns:a16="http://schemas.microsoft.com/office/drawing/2014/main" id="{F0308C5E-97A9-55C1-B2C7-06DD1F2807D6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6" name="Rectangle 145">
                    <a:extLst>
                      <a:ext uri="{FF2B5EF4-FFF2-40B4-BE49-F238E27FC236}">
                        <a16:creationId xmlns:a16="http://schemas.microsoft.com/office/drawing/2014/main" id="{48DAF7BE-6912-7F47-CADE-3B3A040923DA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7" name="Rectangle 146">
                    <a:extLst>
                      <a:ext uri="{FF2B5EF4-FFF2-40B4-BE49-F238E27FC236}">
                        <a16:creationId xmlns:a16="http://schemas.microsoft.com/office/drawing/2014/main" id="{D5BAA1EC-5A5B-8137-B20D-B7C257BD00D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8" name="Rectangle 147">
                    <a:extLst>
                      <a:ext uri="{FF2B5EF4-FFF2-40B4-BE49-F238E27FC236}">
                        <a16:creationId xmlns:a16="http://schemas.microsoft.com/office/drawing/2014/main" id="{E93804F3-0C62-F214-E052-8D0D59E921C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9" name="Rectangle 148">
                    <a:extLst>
                      <a:ext uri="{FF2B5EF4-FFF2-40B4-BE49-F238E27FC236}">
                        <a16:creationId xmlns:a16="http://schemas.microsoft.com/office/drawing/2014/main" id="{69BAE4D7-F07F-07D0-FD8A-F8BA132E9C8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41" name="Groupe 140">
                  <a:extLst>
                    <a:ext uri="{FF2B5EF4-FFF2-40B4-BE49-F238E27FC236}">
                      <a16:creationId xmlns:a16="http://schemas.microsoft.com/office/drawing/2014/main" id="{5BE1D013-5CF5-3040-2E20-7741E4B6C44F}"/>
                    </a:ext>
                  </a:extLst>
                </p:cNvPr>
                <p:cNvGrpSpPr/>
                <p:nvPr/>
              </p:nvGrpSpPr>
              <p:grpSpPr>
                <a:xfrm>
                  <a:off x="3691461" y="1690374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42" name="Rectangle 141">
                    <a:extLst>
                      <a:ext uri="{FF2B5EF4-FFF2-40B4-BE49-F238E27FC236}">
                        <a16:creationId xmlns:a16="http://schemas.microsoft.com/office/drawing/2014/main" id="{BE7C810B-4037-071E-D201-A054CF247F97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3" name="Rectangle 142">
                    <a:extLst>
                      <a:ext uri="{FF2B5EF4-FFF2-40B4-BE49-F238E27FC236}">
                        <a16:creationId xmlns:a16="http://schemas.microsoft.com/office/drawing/2014/main" id="{2124D4AC-33E9-EA81-352D-171EEB2A57E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150" name="Groupe 149">
                <a:extLst>
                  <a:ext uri="{FF2B5EF4-FFF2-40B4-BE49-F238E27FC236}">
                    <a16:creationId xmlns:a16="http://schemas.microsoft.com/office/drawing/2014/main" id="{1463F64D-DD58-669A-A19E-3015C18BCDC6}"/>
                  </a:ext>
                </a:extLst>
              </p:cNvPr>
              <p:cNvGrpSpPr/>
              <p:nvPr/>
            </p:nvGrpSpPr>
            <p:grpSpPr>
              <a:xfrm>
                <a:off x="1227378" y="200441"/>
                <a:ext cx="300972" cy="300973"/>
                <a:chOff x="2768594" y="3900175"/>
                <a:chExt cx="1122216" cy="1122218"/>
              </a:xfrm>
            </p:grpSpPr>
            <p:grpSp>
              <p:nvGrpSpPr>
                <p:cNvPr id="151" name="Groupe 150">
                  <a:extLst>
                    <a:ext uri="{FF2B5EF4-FFF2-40B4-BE49-F238E27FC236}">
                      <a16:creationId xmlns:a16="http://schemas.microsoft.com/office/drawing/2014/main" id="{6680C35C-02E0-9B3E-50E0-93A3447DBF03}"/>
                    </a:ext>
                  </a:extLst>
                </p:cNvPr>
                <p:cNvGrpSpPr/>
                <p:nvPr/>
              </p:nvGrpSpPr>
              <p:grpSpPr>
                <a:xfrm>
                  <a:off x="2768594" y="4648321"/>
                  <a:ext cx="1122216" cy="374072"/>
                  <a:chOff x="3267983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62" name="Rectangle 161">
                    <a:extLst>
                      <a:ext uri="{FF2B5EF4-FFF2-40B4-BE49-F238E27FC236}">
                        <a16:creationId xmlns:a16="http://schemas.microsoft.com/office/drawing/2014/main" id="{68686A3D-3929-C97C-9148-7A4F7907A1D1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63" name="Rectangle 162">
                    <a:extLst>
                      <a:ext uri="{FF2B5EF4-FFF2-40B4-BE49-F238E27FC236}">
                        <a16:creationId xmlns:a16="http://schemas.microsoft.com/office/drawing/2014/main" id="{49D4595C-4B94-75F1-CE47-368C598B8BF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64" name="Rectangle 163">
                    <a:extLst>
                      <a:ext uri="{FF2B5EF4-FFF2-40B4-BE49-F238E27FC236}">
                        <a16:creationId xmlns:a16="http://schemas.microsoft.com/office/drawing/2014/main" id="{91954A3C-55A0-5A6C-1FE9-BBED0AEEE5C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65" name="Rectangle 164">
                    <a:extLst>
                      <a:ext uri="{FF2B5EF4-FFF2-40B4-BE49-F238E27FC236}">
                        <a16:creationId xmlns:a16="http://schemas.microsoft.com/office/drawing/2014/main" id="{747D6176-F3EE-BA7D-032F-CA12743D00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52" name="Groupe 151">
                  <a:extLst>
                    <a:ext uri="{FF2B5EF4-FFF2-40B4-BE49-F238E27FC236}">
                      <a16:creationId xmlns:a16="http://schemas.microsoft.com/office/drawing/2014/main" id="{93549BE0-2B37-6DA8-FC0E-FBC47513EF3D}"/>
                    </a:ext>
                  </a:extLst>
                </p:cNvPr>
                <p:cNvGrpSpPr/>
                <p:nvPr/>
              </p:nvGrpSpPr>
              <p:grpSpPr>
                <a:xfrm>
                  <a:off x="2768594" y="4274249"/>
                  <a:ext cx="1122216" cy="374072"/>
                  <a:chOff x="3267983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58" name="Rectangle 157">
                    <a:extLst>
                      <a:ext uri="{FF2B5EF4-FFF2-40B4-BE49-F238E27FC236}">
                        <a16:creationId xmlns:a16="http://schemas.microsoft.com/office/drawing/2014/main" id="{62AD7F21-B3E8-4527-0D8A-113A58ED4E6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59" name="Rectangle 158">
                    <a:extLst>
                      <a:ext uri="{FF2B5EF4-FFF2-40B4-BE49-F238E27FC236}">
                        <a16:creationId xmlns:a16="http://schemas.microsoft.com/office/drawing/2014/main" id="{757964A6-AC3B-7FDC-E5A6-6CDD45244CB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60" name="Rectangle 159">
                    <a:extLst>
                      <a:ext uri="{FF2B5EF4-FFF2-40B4-BE49-F238E27FC236}">
                        <a16:creationId xmlns:a16="http://schemas.microsoft.com/office/drawing/2014/main" id="{2280BEC2-9AFB-C352-7DF9-81C291904C8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61" name="Rectangle 160">
                    <a:extLst>
                      <a:ext uri="{FF2B5EF4-FFF2-40B4-BE49-F238E27FC236}">
                        <a16:creationId xmlns:a16="http://schemas.microsoft.com/office/drawing/2014/main" id="{35BD8500-69DF-98CB-030F-CC17E913C53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53" name="Groupe 152">
                  <a:extLst>
                    <a:ext uri="{FF2B5EF4-FFF2-40B4-BE49-F238E27FC236}">
                      <a16:creationId xmlns:a16="http://schemas.microsoft.com/office/drawing/2014/main" id="{D17267A2-247C-3E97-0117-725F405612E3}"/>
                    </a:ext>
                  </a:extLst>
                </p:cNvPr>
                <p:cNvGrpSpPr/>
                <p:nvPr/>
              </p:nvGrpSpPr>
              <p:grpSpPr>
                <a:xfrm>
                  <a:off x="2768594" y="3900175"/>
                  <a:ext cx="1122216" cy="374072"/>
                  <a:chOff x="3267983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54" name="Rectangle 153">
                    <a:extLst>
                      <a:ext uri="{FF2B5EF4-FFF2-40B4-BE49-F238E27FC236}">
                        <a16:creationId xmlns:a16="http://schemas.microsoft.com/office/drawing/2014/main" id="{521318D4-AAE7-EB9B-51B0-4D008FF71148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55" name="Rectangle 154">
                    <a:extLst>
                      <a:ext uri="{FF2B5EF4-FFF2-40B4-BE49-F238E27FC236}">
                        <a16:creationId xmlns:a16="http://schemas.microsoft.com/office/drawing/2014/main" id="{F3419279-0579-4A5B-CF49-0D62327A4CA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56" name="Rectangle 155">
                    <a:extLst>
                      <a:ext uri="{FF2B5EF4-FFF2-40B4-BE49-F238E27FC236}">
                        <a16:creationId xmlns:a16="http://schemas.microsoft.com/office/drawing/2014/main" id="{8166B1C1-DAFA-6C88-A8E9-027272AD8C1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57" name="Rectangle 156">
                    <a:extLst>
                      <a:ext uri="{FF2B5EF4-FFF2-40B4-BE49-F238E27FC236}">
                        <a16:creationId xmlns:a16="http://schemas.microsoft.com/office/drawing/2014/main" id="{44C810E1-BA88-07FE-5E75-A46285DF21D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sp>
            <p:nvSpPr>
              <p:cNvPr id="166" name="Rectangle 165">
                <a:extLst>
                  <a:ext uri="{FF2B5EF4-FFF2-40B4-BE49-F238E27FC236}">
                    <a16:creationId xmlns:a16="http://schemas.microsoft.com/office/drawing/2014/main" id="{BAA14219-942E-39D5-6CBE-6F3F845A937A}"/>
                  </a:ext>
                </a:extLst>
              </p:cNvPr>
              <p:cNvSpPr/>
              <p:nvPr/>
            </p:nvSpPr>
            <p:spPr>
              <a:xfrm rot="16200000">
                <a:off x="1483075" y="590903"/>
                <a:ext cx="100324" cy="1003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grpSp>
            <p:nvGrpSpPr>
              <p:cNvPr id="167" name="Groupe 166">
                <a:extLst>
                  <a:ext uri="{FF2B5EF4-FFF2-40B4-BE49-F238E27FC236}">
                    <a16:creationId xmlns:a16="http://schemas.microsoft.com/office/drawing/2014/main" id="{12AB87EB-3E96-D971-A653-22A2F9A81E98}"/>
                  </a:ext>
                </a:extLst>
              </p:cNvPr>
              <p:cNvGrpSpPr/>
              <p:nvPr/>
            </p:nvGrpSpPr>
            <p:grpSpPr>
              <a:xfrm>
                <a:off x="220254" y="1219078"/>
                <a:ext cx="300973" cy="200649"/>
                <a:chOff x="3691461" y="1690374"/>
                <a:chExt cx="1122216" cy="748146"/>
              </a:xfrm>
            </p:grpSpPr>
            <p:grpSp>
              <p:nvGrpSpPr>
                <p:cNvPr id="168" name="Groupe 167">
                  <a:extLst>
                    <a:ext uri="{FF2B5EF4-FFF2-40B4-BE49-F238E27FC236}">
                      <a16:creationId xmlns:a16="http://schemas.microsoft.com/office/drawing/2014/main" id="{778E1A8B-56EE-49A3-DE47-AB2924DA8FC0}"/>
                    </a:ext>
                  </a:extLst>
                </p:cNvPr>
                <p:cNvGrpSpPr/>
                <p:nvPr/>
              </p:nvGrpSpPr>
              <p:grpSpPr>
                <a:xfrm>
                  <a:off x="3691461" y="2064448"/>
                  <a:ext cx="1122216" cy="374072"/>
                  <a:chOff x="3267983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72" name="Rectangle 171">
                    <a:extLst>
                      <a:ext uri="{FF2B5EF4-FFF2-40B4-BE49-F238E27FC236}">
                        <a16:creationId xmlns:a16="http://schemas.microsoft.com/office/drawing/2014/main" id="{3341295B-AF73-2581-51A5-5CE2AD5CDFAC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3" name="Rectangle 172">
                    <a:extLst>
                      <a:ext uri="{FF2B5EF4-FFF2-40B4-BE49-F238E27FC236}">
                        <a16:creationId xmlns:a16="http://schemas.microsoft.com/office/drawing/2014/main" id="{0DB0AEBC-3822-D8E1-9160-1B6CAB3B1FFB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4" name="Rectangle 173">
                    <a:extLst>
                      <a:ext uri="{FF2B5EF4-FFF2-40B4-BE49-F238E27FC236}">
                        <a16:creationId xmlns:a16="http://schemas.microsoft.com/office/drawing/2014/main" id="{A15D2B32-A3A8-388A-2518-5D8444B1CE6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5" name="Rectangle 174">
                    <a:extLst>
                      <a:ext uri="{FF2B5EF4-FFF2-40B4-BE49-F238E27FC236}">
                        <a16:creationId xmlns:a16="http://schemas.microsoft.com/office/drawing/2014/main" id="{C04439EE-A740-E623-F014-9F8A8019224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6" name="Rectangle 175">
                    <a:extLst>
                      <a:ext uri="{FF2B5EF4-FFF2-40B4-BE49-F238E27FC236}">
                        <a16:creationId xmlns:a16="http://schemas.microsoft.com/office/drawing/2014/main" id="{E34BF44E-B5E9-00D2-5D03-1226CE930A9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7" name="Rectangle 176">
                    <a:extLst>
                      <a:ext uri="{FF2B5EF4-FFF2-40B4-BE49-F238E27FC236}">
                        <a16:creationId xmlns:a16="http://schemas.microsoft.com/office/drawing/2014/main" id="{A725E92C-2376-47D7-467D-27E1307F6E2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69" name="Groupe 168">
                  <a:extLst>
                    <a:ext uri="{FF2B5EF4-FFF2-40B4-BE49-F238E27FC236}">
                      <a16:creationId xmlns:a16="http://schemas.microsoft.com/office/drawing/2014/main" id="{D6EDE771-2BD9-5B15-0AFB-91AA67DF0C43}"/>
                    </a:ext>
                  </a:extLst>
                </p:cNvPr>
                <p:cNvGrpSpPr/>
                <p:nvPr/>
              </p:nvGrpSpPr>
              <p:grpSpPr>
                <a:xfrm>
                  <a:off x="3691461" y="1690374"/>
                  <a:ext cx="1122216" cy="374072"/>
                  <a:chOff x="3267983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70" name="Rectangle 169">
                    <a:extLst>
                      <a:ext uri="{FF2B5EF4-FFF2-40B4-BE49-F238E27FC236}">
                        <a16:creationId xmlns:a16="http://schemas.microsoft.com/office/drawing/2014/main" id="{9371C7A8-A9DF-D435-8D29-DCCB16B5B736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71" name="Rectangle 170">
                    <a:extLst>
                      <a:ext uri="{FF2B5EF4-FFF2-40B4-BE49-F238E27FC236}">
                        <a16:creationId xmlns:a16="http://schemas.microsoft.com/office/drawing/2014/main" id="{32A3DA73-AC14-6DD8-DE2F-96ACBC5B1AAE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194" name="Groupe 193">
                <a:extLst>
                  <a:ext uri="{FF2B5EF4-FFF2-40B4-BE49-F238E27FC236}">
                    <a16:creationId xmlns:a16="http://schemas.microsoft.com/office/drawing/2014/main" id="{F2DC05A6-9B5B-A541-F2EC-7A24147B8BBE}"/>
                  </a:ext>
                </a:extLst>
              </p:cNvPr>
              <p:cNvGrpSpPr/>
              <p:nvPr/>
            </p:nvGrpSpPr>
            <p:grpSpPr>
              <a:xfrm>
                <a:off x="1643173" y="340091"/>
                <a:ext cx="501620" cy="601945"/>
                <a:chOff x="8344297" y="665907"/>
                <a:chExt cx="1870360" cy="2244436"/>
              </a:xfrm>
            </p:grpSpPr>
            <p:grpSp>
              <p:nvGrpSpPr>
                <p:cNvPr id="178" name="Groupe 177">
                  <a:extLst>
                    <a:ext uri="{FF2B5EF4-FFF2-40B4-BE49-F238E27FC236}">
                      <a16:creationId xmlns:a16="http://schemas.microsoft.com/office/drawing/2014/main" id="{5055D542-5300-04D4-74FD-595D975A18B1}"/>
                    </a:ext>
                  </a:extLst>
                </p:cNvPr>
                <p:cNvGrpSpPr/>
                <p:nvPr/>
              </p:nvGrpSpPr>
              <p:grpSpPr>
                <a:xfrm>
                  <a:off x="9092441" y="665907"/>
                  <a:ext cx="1122216" cy="1122218"/>
                  <a:chOff x="3516738" y="3900175"/>
                  <a:chExt cx="1122216" cy="1122218"/>
                </a:xfrm>
              </p:grpSpPr>
              <p:grpSp>
                <p:nvGrpSpPr>
                  <p:cNvPr id="202" name="Groupe 201">
                    <a:extLst>
                      <a:ext uri="{FF2B5EF4-FFF2-40B4-BE49-F238E27FC236}">
                        <a16:creationId xmlns:a16="http://schemas.microsoft.com/office/drawing/2014/main" id="{B05B52E4-C2D6-F097-1852-D94A51180ADC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648321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13" name="Rectangle 212">
                      <a:extLst>
                        <a:ext uri="{FF2B5EF4-FFF2-40B4-BE49-F238E27FC236}">
                          <a16:creationId xmlns:a16="http://schemas.microsoft.com/office/drawing/2014/main" id="{CF462934-B5AD-1E14-CBE5-94D7C11B70E5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4" name="Rectangle 213">
                      <a:extLst>
                        <a:ext uri="{FF2B5EF4-FFF2-40B4-BE49-F238E27FC236}">
                          <a16:creationId xmlns:a16="http://schemas.microsoft.com/office/drawing/2014/main" id="{472CC637-94C8-AC9B-B12C-2E04CBE28C11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5" name="Rectangle 214">
                      <a:extLst>
                        <a:ext uri="{FF2B5EF4-FFF2-40B4-BE49-F238E27FC236}">
                          <a16:creationId xmlns:a16="http://schemas.microsoft.com/office/drawing/2014/main" id="{464B3820-78A2-1360-F7F0-6C99341A9DB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6" name="Rectangle 215">
                      <a:extLst>
                        <a:ext uri="{FF2B5EF4-FFF2-40B4-BE49-F238E27FC236}">
                          <a16:creationId xmlns:a16="http://schemas.microsoft.com/office/drawing/2014/main" id="{D0601D1E-9A4E-171A-ACD9-1E273D093A7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03" name="Groupe 202">
                    <a:extLst>
                      <a:ext uri="{FF2B5EF4-FFF2-40B4-BE49-F238E27FC236}">
                        <a16:creationId xmlns:a16="http://schemas.microsoft.com/office/drawing/2014/main" id="{DE8EFE09-CC7E-251F-2834-BE3F58F65917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274249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09" name="Rectangle 208">
                      <a:extLst>
                        <a:ext uri="{FF2B5EF4-FFF2-40B4-BE49-F238E27FC236}">
                          <a16:creationId xmlns:a16="http://schemas.microsoft.com/office/drawing/2014/main" id="{D33DAAE7-C0BC-94D8-97E8-D81B90ABDB5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0" name="Rectangle 209">
                      <a:extLst>
                        <a:ext uri="{FF2B5EF4-FFF2-40B4-BE49-F238E27FC236}">
                          <a16:creationId xmlns:a16="http://schemas.microsoft.com/office/drawing/2014/main" id="{984EA7DD-AECD-4029-DC69-A3DD04370445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1" name="Rectangle 210">
                      <a:extLst>
                        <a:ext uri="{FF2B5EF4-FFF2-40B4-BE49-F238E27FC236}">
                          <a16:creationId xmlns:a16="http://schemas.microsoft.com/office/drawing/2014/main" id="{0F5500E8-4423-1440-46DA-63D9090F1A1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12" name="Rectangle 211">
                      <a:extLst>
                        <a:ext uri="{FF2B5EF4-FFF2-40B4-BE49-F238E27FC236}">
                          <a16:creationId xmlns:a16="http://schemas.microsoft.com/office/drawing/2014/main" id="{36AD3C42-5F3E-D581-48F1-0A727A8C038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04" name="Groupe 203">
                    <a:extLst>
                      <a:ext uri="{FF2B5EF4-FFF2-40B4-BE49-F238E27FC236}">
                        <a16:creationId xmlns:a16="http://schemas.microsoft.com/office/drawing/2014/main" id="{039D2B5B-A94E-EBAE-1818-305B17BCF403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3900175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05" name="Rectangle 204">
                      <a:extLst>
                        <a:ext uri="{FF2B5EF4-FFF2-40B4-BE49-F238E27FC236}">
                          <a16:creationId xmlns:a16="http://schemas.microsoft.com/office/drawing/2014/main" id="{81D9E0E1-961B-3BD0-D5F5-4AB540697197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06" name="Rectangle 205">
                      <a:extLst>
                        <a:ext uri="{FF2B5EF4-FFF2-40B4-BE49-F238E27FC236}">
                          <a16:creationId xmlns:a16="http://schemas.microsoft.com/office/drawing/2014/main" id="{568FFB90-E102-BAB7-40CA-E0A7C50808D6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07" name="Rectangle 206">
                      <a:extLst>
                        <a:ext uri="{FF2B5EF4-FFF2-40B4-BE49-F238E27FC236}">
                          <a16:creationId xmlns:a16="http://schemas.microsoft.com/office/drawing/2014/main" id="{4559FC75-E3FF-EC8A-713E-9239DD9762C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08" name="Rectangle 207">
                      <a:extLst>
                        <a:ext uri="{FF2B5EF4-FFF2-40B4-BE49-F238E27FC236}">
                          <a16:creationId xmlns:a16="http://schemas.microsoft.com/office/drawing/2014/main" id="{FD36C83B-A0C5-7748-071B-ED82AD72EA1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  <p:grpSp>
              <p:nvGrpSpPr>
                <p:cNvPr id="179" name="Groupe 178">
                  <a:extLst>
                    <a:ext uri="{FF2B5EF4-FFF2-40B4-BE49-F238E27FC236}">
                      <a16:creationId xmlns:a16="http://schemas.microsoft.com/office/drawing/2014/main" id="{4DF154C4-0AB6-70E9-67E6-0039D65315B3}"/>
                    </a:ext>
                  </a:extLst>
                </p:cNvPr>
                <p:cNvGrpSpPr/>
                <p:nvPr/>
              </p:nvGrpSpPr>
              <p:grpSpPr>
                <a:xfrm>
                  <a:off x="8344297" y="1788125"/>
                  <a:ext cx="1870360" cy="1122218"/>
                  <a:chOff x="2768594" y="3900175"/>
                  <a:chExt cx="1870360" cy="1122218"/>
                </a:xfrm>
              </p:grpSpPr>
              <p:grpSp>
                <p:nvGrpSpPr>
                  <p:cNvPr id="180" name="Groupe 179">
                    <a:extLst>
                      <a:ext uri="{FF2B5EF4-FFF2-40B4-BE49-F238E27FC236}">
                        <a16:creationId xmlns:a16="http://schemas.microsoft.com/office/drawing/2014/main" id="{12FA269C-29AB-E3C7-6E36-9F25EB1E0E00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648321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196" name="Rectangle 195">
                      <a:extLst>
                        <a:ext uri="{FF2B5EF4-FFF2-40B4-BE49-F238E27FC236}">
                          <a16:creationId xmlns:a16="http://schemas.microsoft.com/office/drawing/2014/main" id="{01C403A2-BC91-1DF4-83C9-4B9F8852BD6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7" name="Rectangle 196">
                      <a:extLst>
                        <a:ext uri="{FF2B5EF4-FFF2-40B4-BE49-F238E27FC236}">
                          <a16:creationId xmlns:a16="http://schemas.microsoft.com/office/drawing/2014/main" id="{82E2799D-25E5-A3D6-8D4E-12973FCB0791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8" name="Rectangle 197">
                      <a:extLst>
                        <a:ext uri="{FF2B5EF4-FFF2-40B4-BE49-F238E27FC236}">
                          <a16:creationId xmlns:a16="http://schemas.microsoft.com/office/drawing/2014/main" id="{D47FA0D5-BD7F-52F3-858A-78095940A5E0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9" name="Rectangle 198">
                      <a:extLst>
                        <a:ext uri="{FF2B5EF4-FFF2-40B4-BE49-F238E27FC236}">
                          <a16:creationId xmlns:a16="http://schemas.microsoft.com/office/drawing/2014/main" id="{A6A44C8C-80BE-30FE-EB01-0DA41A6BE565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00" name="Rectangle 199">
                      <a:extLst>
                        <a:ext uri="{FF2B5EF4-FFF2-40B4-BE49-F238E27FC236}">
                          <a16:creationId xmlns:a16="http://schemas.microsoft.com/office/drawing/2014/main" id="{D6E75E81-1066-B8C4-C8A2-7192C96A9FFE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01" name="Rectangle 200">
                      <a:extLst>
                        <a:ext uri="{FF2B5EF4-FFF2-40B4-BE49-F238E27FC236}">
                          <a16:creationId xmlns:a16="http://schemas.microsoft.com/office/drawing/2014/main" id="{A9EBE5ED-8541-B353-F130-F78D0846803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181" name="Groupe 180">
                    <a:extLst>
                      <a:ext uri="{FF2B5EF4-FFF2-40B4-BE49-F238E27FC236}">
                        <a16:creationId xmlns:a16="http://schemas.microsoft.com/office/drawing/2014/main" id="{8865A1C0-EFC8-EBA4-E6F5-F8F2A39AFEBD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274249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189" name="Rectangle 188">
                      <a:extLst>
                        <a:ext uri="{FF2B5EF4-FFF2-40B4-BE49-F238E27FC236}">
                          <a16:creationId xmlns:a16="http://schemas.microsoft.com/office/drawing/2014/main" id="{AC9F4EB4-0D30-4FB3-A75E-2A70F839190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0" name="Rectangle 189">
                      <a:extLst>
                        <a:ext uri="{FF2B5EF4-FFF2-40B4-BE49-F238E27FC236}">
                          <a16:creationId xmlns:a16="http://schemas.microsoft.com/office/drawing/2014/main" id="{15AE0446-9E9C-1AFD-88D4-808B7123C4FF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1" name="Rectangle 190">
                      <a:extLst>
                        <a:ext uri="{FF2B5EF4-FFF2-40B4-BE49-F238E27FC236}">
                          <a16:creationId xmlns:a16="http://schemas.microsoft.com/office/drawing/2014/main" id="{43515088-AF54-5469-935F-9A6128BB5CF7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2" name="Rectangle 191">
                      <a:extLst>
                        <a:ext uri="{FF2B5EF4-FFF2-40B4-BE49-F238E27FC236}">
                          <a16:creationId xmlns:a16="http://schemas.microsoft.com/office/drawing/2014/main" id="{FEFDF6FA-CBEB-09D0-B575-AF661C0BD93C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3" name="Rectangle 192">
                      <a:extLst>
                        <a:ext uri="{FF2B5EF4-FFF2-40B4-BE49-F238E27FC236}">
                          <a16:creationId xmlns:a16="http://schemas.microsoft.com/office/drawing/2014/main" id="{EC49730A-4D2B-0CEC-CF91-57896BF31E8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95" name="Rectangle 194">
                      <a:extLst>
                        <a:ext uri="{FF2B5EF4-FFF2-40B4-BE49-F238E27FC236}">
                          <a16:creationId xmlns:a16="http://schemas.microsoft.com/office/drawing/2014/main" id="{C3FD7372-0F01-14E9-7960-D637A003F7E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182" name="Groupe 181">
                    <a:extLst>
                      <a:ext uri="{FF2B5EF4-FFF2-40B4-BE49-F238E27FC236}">
                        <a16:creationId xmlns:a16="http://schemas.microsoft.com/office/drawing/2014/main" id="{5F4363F5-34DC-8A9C-D0E5-88F1B38518E4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3900175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183" name="Rectangle 182">
                      <a:extLst>
                        <a:ext uri="{FF2B5EF4-FFF2-40B4-BE49-F238E27FC236}">
                          <a16:creationId xmlns:a16="http://schemas.microsoft.com/office/drawing/2014/main" id="{520E0317-A75A-6178-7A07-FE724AFFFD76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84" name="Rectangle 183">
                      <a:extLst>
                        <a:ext uri="{FF2B5EF4-FFF2-40B4-BE49-F238E27FC236}">
                          <a16:creationId xmlns:a16="http://schemas.microsoft.com/office/drawing/2014/main" id="{A6A17667-E3A6-2372-CCEC-721EB13073A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85" name="Rectangle 184">
                      <a:extLst>
                        <a:ext uri="{FF2B5EF4-FFF2-40B4-BE49-F238E27FC236}">
                          <a16:creationId xmlns:a16="http://schemas.microsoft.com/office/drawing/2014/main" id="{C9ADF7D1-5013-0BB6-FD24-FDDCADDC971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86" name="Rectangle 185">
                      <a:extLst>
                        <a:ext uri="{FF2B5EF4-FFF2-40B4-BE49-F238E27FC236}">
                          <a16:creationId xmlns:a16="http://schemas.microsoft.com/office/drawing/2014/main" id="{2E44FC47-CA06-D611-5FB5-3331DA77810C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87" name="Rectangle 186">
                      <a:extLst>
                        <a:ext uri="{FF2B5EF4-FFF2-40B4-BE49-F238E27FC236}">
                          <a16:creationId xmlns:a16="http://schemas.microsoft.com/office/drawing/2014/main" id="{5A23A85A-D1B0-AB7E-3736-B18FC194752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188" name="Rectangle 187">
                      <a:extLst>
                        <a:ext uri="{FF2B5EF4-FFF2-40B4-BE49-F238E27FC236}">
                          <a16:creationId xmlns:a16="http://schemas.microsoft.com/office/drawing/2014/main" id="{EEE69A5E-0E31-CA1C-A62E-0C9D95A614A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</p:grpSp>
          <p:grpSp>
            <p:nvGrpSpPr>
              <p:cNvPr id="217" name="Groupe 216">
                <a:extLst>
                  <a:ext uri="{FF2B5EF4-FFF2-40B4-BE49-F238E27FC236}">
                    <a16:creationId xmlns:a16="http://schemas.microsoft.com/office/drawing/2014/main" id="{A65F47E0-B108-B04C-1CD3-233DA4222B4D}"/>
                  </a:ext>
                </a:extLst>
              </p:cNvPr>
              <p:cNvGrpSpPr/>
              <p:nvPr/>
            </p:nvGrpSpPr>
            <p:grpSpPr>
              <a:xfrm flipH="1">
                <a:off x="271170" y="183363"/>
                <a:ext cx="501620" cy="601945"/>
                <a:chOff x="8344297" y="665907"/>
                <a:chExt cx="1870360" cy="2244436"/>
              </a:xfrm>
            </p:grpSpPr>
            <p:grpSp>
              <p:nvGrpSpPr>
                <p:cNvPr id="218" name="Groupe 217">
                  <a:extLst>
                    <a:ext uri="{FF2B5EF4-FFF2-40B4-BE49-F238E27FC236}">
                      <a16:creationId xmlns:a16="http://schemas.microsoft.com/office/drawing/2014/main" id="{ADD4E8ED-6D9B-A594-8A3E-E3D6F6AA2740}"/>
                    </a:ext>
                  </a:extLst>
                </p:cNvPr>
                <p:cNvGrpSpPr/>
                <p:nvPr/>
              </p:nvGrpSpPr>
              <p:grpSpPr>
                <a:xfrm>
                  <a:off x="9092441" y="665907"/>
                  <a:ext cx="1122216" cy="1122218"/>
                  <a:chOff x="3516738" y="3900175"/>
                  <a:chExt cx="1122216" cy="1122218"/>
                </a:xfrm>
              </p:grpSpPr>
              <p:grpSp>
                <p:nvGrpSpPr>
                  <p:cNvPr id="241" name="Groupe 240">
                    <a:extLst>
                      <a:ext uri="{FF2B5EF4-FFF2-40B4-BE49-F238E27FC236}">
                        <a16:creationId xmlns:a16="http://schemas.microsoft.com/office/drawing/2014/main" id="{2B1903CE-0A4C-3DE3-CBC2-8747E97B11D9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648321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52" name="Rectangle 251">
                      <a:extLst>
                        <a:ext uri="{FF2B5EF4-FFF2-40B4-BE49-F238E27FC236}">
                          <a16:creationId xmlns:a16="http://schemas.microsoft.com/office/drawing/2014/main" id="{B62CC82E-4D71-ECE4-82B0-01FB458AB822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53" name="Rectangle 252">
                      <a:extLst>
                        <a:ext uri="{FF2B5EF4-FFF2-40B4-BE49-F238E27FC236}">
                          <a16:creationId xmlns:a16="http://schemas.microsoft.com/office/drawing/2014/main" id="{52B05286-55E2-A743-E00E-194725E2ABFE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54" name="Rectangle 253">
                      <a:extLst>
                        <a:ext uri="{FF2B5EF4-FFF2-40B4-BE49-F238E27FC236}">
                          <a16:creationId xmlns:a16="http://schemas.microsoft.com/office/drawing/2014/main" id="{74CDBB41-7A0A-E940-E7C4-5E9523279186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55" name="Rectangle 254">
                      <a:extLst>
                        <a:ext uri="{FF2B5EF4-FFF2-40B4-BE49-F238E27FC236}">
                          <a16:creationId xmlns:a16="http://schemas.microsoft.com/office/drawing/2014/main" id="{B4BC3C6D-51B8-1815-A058-6ED9E37E811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42" name="Groupe 241">
                    <a:extLst>
                      <a:ext uri="{FF2B5EF4-FFF2-40B4-BE49-F238E27FC236}">
                        <a16:creationId xmlns:a16="http://schemas.microsoft.com/office/drawing/2014/main" id="{8D28025B-7E14-E573-5B86-171A7E2991E1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274249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48" name="Rectangle 247">
                      <a:extLst>
                        <a:ext uri="{FF2B5EF4-FFF2-40B4-BE49-F238E27FC236}">
                          <a16:creationId xmlns:a16="http://schemas.microsoft.com/office/drawing/2014/main" id="{33EE647F-914E-9D38-C21A-FE656A34082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49" name="Rectangle 248">
                      <a:extLst>
                        <a:ext uri="{FF2B5EF4-FFF2-40B4-BE49-F238E27FC236}">
                          <a16:creationId xmlns:a16="http://schemas.microsoft.com/office/drawing/2014/main" id="{AD51DADE-86CD-2927-92B9-62C01E1BC030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50" name="Rectangle 249">
                      <a:extLst>
                        <a:ext uri="{FF2B5EF4-FFF2-40B4-BE49-F238E27FC236}">
                          <a16:creationId xmlns:a16="http://schemas.microsoft.com/office/drawing/2014/main" id="{66918C08-D5B1-81F4-1FF0-3D96B8014ED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51" name="Rectangle 250">
                      <a:extLst>
                        <a:ext uri="{FF2B5EF4-FFF2-40B4-BE49-F238E27FC236}">
                          <a16:creationId xmlns:a16="http://schemas.microsoft.com/office/drawing/2014/main" id="{35BF4F46-A8A4-08CE-9CEE-835F160A05A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43" name="Groupe 242">
                    <a:extLst>
                      <a:ext uri="{FF2B5EF4-FFF2-40B4-BE49-F238E27FC236}">
                        <a16:creationId xmlns:a16="http://schemas.microsoft.com/office/drawing/2014/main" id="{BC000852-4AE7-2A0A-F95C-51B8D307073E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3900175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44" name="Rectangle 243">
                      <a:extLst>
                        <a:ext uri="{FF2B5EF4-FFF2-40B4-BE49-F238E27FC236}">
                          <a16:creationId xmlns:a16="http://schemas.microsoft.com/office/drawing/2014/main" id="{13B8E74F-EBC9-DB08-85F5-8F9DD7675862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45" name="Rectangle 244">
                      <a:extLst>
                        <a:ext uri="{FF2B5EF4-FFF2-40B4-BE49-F238E27FC236}">
                          <a16:creationId xmlns:a16="http://schemas.microsoft.com/office/drawing/2014/main" id="{4754E1B7-EEFE-4789-F718-0B670FF5C20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46" name="Rectangle 245">
                      <a:extLst>
                        <a:ext uri="{FF2B5EF4-FFF2-40B4-BE49-F238E27FC236}">
                          <a16:creationId xmlns:a16="http://schemas.microsoft.com/office/drawing/2014/main" id="{A92EBE39-53BF-D501-F447-ED36C58C035E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47" name="Rectangle 246">
                      <a:extLst>
                        <a:ext uri="{FF2B5EF4-FFF2-40B4-BE49-F238E27FC236}">
                          <a16:creationId xmlns:a16="http://schemas.microsoft.com/office/drawing/2014/main" id="{21F12900-AD0A-1D9B-90FB-DD1A8DC3249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  <p:grpSp>
              <p:nvGrpSpPr>
                <p:cNvPr id="219" name="Groupe 218">
                  <a:extLst>
                    <a:ext uri="{FF2B5EF4-FFF2-40B4-BE49-F238E27FC236}">
                      <a16:creationId xmlns:a16="http://schemas.microsoft.com/office/drawing/2014/main" id="{5C09F91F-BCB4-634D-A581-F384D4D28AC6}"/>
                    </a:ext>
                  </a:extLst>
                </p:cNvPr>
                <p:cNvGrpSpPr/>
                <p:nvPr/>
              </p:nvGrpSpPr>
              <p:grpSpPr>
                <a:xfrm>
                  <a:off x="8344297" y="1788125"/>
                  <a:ext cx="1870360" cy="1122218"/>
                  <a:chOff x="2768594" y="3900175"/>
                  <a:chExt cx="1870360" cy="1122218"/>
                </a:xfrm>
              </p:grpSpPr>
              <p:grpSp>
                <p:nvGrpSpPr>
                  <p:cNvPr id="220" name="Groupe 219">
                    <a:extLst>
                      <a:ext uri="{FF2B5EF4-FFF2-40B4-BE49-F238E27FC236}">
                        <a16:creationId xmlns:a16="http://schemas.microsoft.com/office/drawing/2014/main" id="{C38F5285-CB59-7482-A044-D7470ED0293D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648321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35" name="Rectangle 234">
                      <a:extLst>
                        <a:ext uri="{FF2B5EF4-FFF2-40B4-BE49-F238E27FC236}">
                          <a16:creationId xmlns:a16="http://schemas.microsoft.com/office/drawing/2014/main" id="{188677F0-DD70-9783-6000-0E8383DA4927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6" name="Rectangle 235">
                      <a:extLst>
                        <a:ext uri="{FF2B5EF4-FFF2-40B4-BE49-F238E27FC236}">
                          <a16:creationId xmlns:a16="http://schemas.microsoft.com/office/drawing/2014/main" id="{30FB821D-2B6B-9DDF-D437-8A4B6DB22605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7" name="Rectangle 236">
                      <a:extLst>
                        <a:ext uri="{FF2B5EF4-FFF2-40B4-BE49-F238E27FC236}">
                          <a16:creationId xmlns:a16="http://schemas.microsoft.com/office/drawing/2014/main" id="{7AF0CB3E-9167-5FB7-2A5C-4DCBE9264C4A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8" name="Rectangle 237">
                      <a:extLst>
                        <a:ext uri="{FF2B5EF4-FFF2-40B4-BE49-F238E27FC236}">
                          <a16:creationId xmlns:a16="http://schemas.microsoft.com/office/drawing/2014/main" id="{6A2A3D75-857C-6476-6CC2-A1A69C15233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9" name="Rectangle 238">
                      <a:extLst>
                        <a:ext uri="{FF2B5EF4-FFF2-40B4-BE49-F238E27FC236}">
                          <a16:creationId xmlns:a16="http://schemas.microsoft.com/office/drawing/2014/main" id="{F7740463-22EA-394C-00A7-28F5F6B6DCA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40" name="Rectangle 239">
                      <a:extLst>
                        <a:ext uri="{FF2B5EF4-FFF2-40B4-BE49-F238E27FC236}">
                          <a16:creationId xmlns:a16="http://schemas.microsoft.com/office/drawing/2014/main" id="{E3887349-DF44-02F8-F9BF-2056F2B6D9C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21" name="Groupe 220">
                    <a:extLst>
                      <a:ext uri="{FF2B5EF4-FFF2-40B4-BE49-F238E27FC236}">
                        <a16:creationId xmlns:a16="http://schemas.microsoft.com/office/drawing/2014/main" id="{2E4BCB11-2D52-AD21-0B8F-7F9A3F90E114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274249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29" name="Rectangle 228">
                      <a:extLst>
                        <a:ext uri="{FF2B5EF4-FFF2-40B4-BE49-F238E27FC236}">
                          <a16:creationId xmlns:a16="http://schemas.microsoft.com/office/drawing/2014/main" id="{ECA62841-161E-3772-0CB3-C55140F08339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0" name="Rectangle 229">
                      <a:extLst>
                        <a:ext uri="{FF2B5EF4-FFF2-40B4-BE49-F238E27FC236}">
                          <a16:creationId xmlns:a16="http://schemas.microsoft.com/office/drawing/2014/main" id="{F30D088E-1602-C688-66B8-56CC6A3777C3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1" name="Rectangle 230">
                      <a:extLst>
                        <a:ext uri="{FF2B5EF4-FFF2-40B4-BE49-F238E27FC236}">
                          <a16:creationId xmlns:a16="http://schemas.microsoft.com/office/drawing/2014/main" id="{6B589B25-8FCB-00DA-66CE-68FD9642248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2" name="Rectangle 231">
                      <a:extLst>
                        <a:ext uri="{FF2B5EF4-FFF2-40B4-BE49-F238E27FC236}">
                          <a16:creationId xmlns:a16="http://schemas.microsoft.com/office/drawing/2014/main" id="{3A3CD05C-0959-B67F-555C-3B8D773C47E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3" name="Rectangle 232">
                      <a:extLst>
                        <a:ext uri="{FF2B5EF4-FFF2-40B4-BE49-F238E27FC236}">
                          <a16:creationId xmlns:a16="http://schemas.microsoft.com/office/drawing/2014/main" id="{C49788A8-0F27-0416-7DDD-25CFCE0969A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34" name="Rectangle 233">
                      <a:extLst>
                        <a:ext uri="{FF2B5EF4-FFF2-40B4-BE49-F238E27FC236}">
                          <a16:creationId xmlns:a16="http://schemas.microsoft.com/office/drawing/2014/main" id="{CDC2F0AA-EEF2-3C51-D80E-B9E3E7BC425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22" name="Groupe 221">
                    <a:extLst>
                      <a:ext uri="{FF2B5EF4-FFF2-40B4-BE49-F238E27FC236}">
                        <a16:creationId xmlns:a16="http://schemas.microsoft.com/office/drawing/2014/main" id="{69735201-1F95-DD23-37EE-594F57E6B777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3900175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23" name="Rectangle 222">
                      <a:extLst>
                        <a:ext uri="{FF2B5EF4-FFF2-40B4-BE49-F238E27FC236}">
                          <a16:creationId xmlns:a16="http://schemas.microsoft.com/office/drawing/2014/main" id="{3A76C375-636D-A69E-4798-31F414B23E47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24" name="Rectangle 223">
                      <a:extLst>
                        <a:ext uri="{FF2B5EF4-FFF2-40B4-BE49-F238E27FC236}">
                          <a16:creationId xmlns:a16="http://schemas.microsoft.com/office/drawing/2014/main" id="{5124FF75-0D59-5843-79C0-53F12C096C4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25" name="Rectangle 224">
                      <a:extLst>
                        <a:ext uri="{FF2B5EF4-FFF2-40B4-BE49-F238E27FC236}">
                          <a16:creationId xmlns:a16="http://schemas.microsoft.com/office/drawing/2014/main" id="{7E10A36C-AFA1-36A6-1395-E3BBBB18B0AF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26" name="Rectangle 225">
                      <a:extLst>
                        <a:ext uri="{FF2B5EF4-FFF2-40B4-BE49-F238E27FC236}">
                          <a16:creationId xmlns:a16="http://schemas.microsoft.com/office/drawing/2014/main" id="{2892760B-55EA-0594-C3A1-364AED4CDC61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27" name="Rectangle 226">
                      <a:extLst>
                        <a:ext uri="{FF2B5EF4-FFF2-40B4-BE49-F238E27FC236}">
                          <a16:creationId xmlns:a16="http://schemas.microsoft.com/office/drawing/2014/main" id="{A941AC00-FAF0-7EE2-9E0C-538DC78E262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28" name="Rectangle 227">
                      <a:extLst>
                        <a:ext uri="{FF2B5EF4-FFF2-40B4-BE49-F238E27FC236}">
                          <a16:creationId xmlns:a16="http://schemas.microsoft.com/office/drawing/2014/main" id="{8F44AC89-C394-D10F-6C4D-42569F4F4F7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</p:grpSp>
          <p:grpSp>
            <p:nvGrpSpPr>
              <p:cNvPr id="307" name="Groupe 306">
                <a:extLst>
                  <a:ext uri="{FF2B5EF4-FFF2-40B4-BE49-F238E27FC236}">
                    <a16:creationId xmlns:a16="http://schemas.microsoft.com/office/drawing/2014/main" id="{E4BA9D65-DC1C-5A11-190D-C16DE2455D43}"/>
                  </a:ext>
                </a:extLst>
              </p:cNvPr>
              <p:cNvGrpSpPr/>
              <p:nvPr/>
            </p:nvGrpSpPr>
            <p:grpSpPr>
              <a:xfrm>
                <a:off x="831795" y="1131467"/>
                <a:ext cx="701442" cy="501620"/>
                <a:chOff x="5561821" y="3810121"/>
                <a:chExt cx="2615427" cy="1870362"/>
              </a:xfrm>
            </p:grpSpPr>
            <p:grpSp>
              <p:nvGrpSpPr>
                <p:cNvPr id="256" name="Groupe 255">
                  <a:extLst>
                    <a:ext uri="{FF2B5EF4-FFF2-40B4-BE49-F238E27FC236}">
                      <a16:creationId xmlns:a16="http://schemas.microsoft.com/office/drawing/2014/main" id="{D7189EEB-0543-6BAF-8F5D-DD920BCE4040}"/>
                    </a:ext>
                  </a:extLst>
                </p:cNvPr>
                <p:cNvGrpSpPr/>
                <p:nvPr/>
              </p:nvGrpSpPr>
              <p:grpSpPr>
                <a:xfrm rot="10800000" flipH="1">
                  <a:off x="5561821" y="3810121"/>
                  <a:ext cx="1870360" cy="1870362"/>
                  <a:chOff x="8344297" y="1039981"/>
                  <a:chExt cx="1870360" cy="1870362"/>
                </a:xfrm>
              </p:grpSpPr>
              <p:grpSp>
                <p:nvGrpSpPr>
                  <p:cNvPr id="257" name="Groupe 256">
                    <a:extLst>
                      <a:ext uri="{FF2B5EF4-FFF2-40B4-BE49-F238E27FC236}">
                        <a16:creationId xmlns:a16="http://schemas.microsoft.com/office/drawing/2014/main" id="{DC6457EB-75BC-25ED-7CE9-5F0D9A180E61}"/>
                      </a:ext>
                    </a:extLst>
                  </p:cNvPr>
                  <p:cNvGrpSpPr/>
                  <p:nvPr/>
                </p:nvGrpSpPr>
                <p:grpSpPr>
                  <a:xfrm>
                    <a:off x="9092441" y="1039981"/>
                    <a:ext cx="1122216" cy="748144"/>
                    <a:chOff x="3516738" y="4274249"/>
                    <a:chExt cx="1122216" cy="748144"/>
                  </a:xfrm>
                </p:grpSpPr>
                <p:grpSp>
                  <p:nvGrpSpPr>
                    <p:cNvPr id="315" name="Groupe 314">
                      <a:extLst>
                        <a:ext uri="{FF2B5EF4-FFF2-40B4-BE49-F238E27FC236}">
                          <a16:creationId xmlns:a16="http://schemas.microsoft.com/office/drawing/2014/main" id="{C68C8656-A144-9FC1-0B6C-BC413A98525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6738" y="4648321"/>
                      <a:ext cx="1122216" cy="374072"/>
                      <a:chOff x="4016127" y="4399332"/>
                      <a:chExt cx="1122216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321" name="Rectangle 320">
                        <a:extLst>
                          <a:ext uri="{FF2B5EF4-FFF2-40B4-BE49-F238E27FC236}">
                            <a16:creationId xmlns:a16="http://schemas.microsoft.com/office/drawing/2014/main" id="{96ACBA1F-7842-74E9-EBD1-11B688D466A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22" name="Rectangle 321">
                        <a:extLst>
                          <a:ext uri="{FF2B5EF4-FFF2-40B4-BE49-F238E27FC236}">
                            <a16:creationId xmlns:a16="http://schemas.microsoft.com/office/drawing/2014/main" id="{3B7A591A-0284-9FA4-8D49-681A60BFF5E1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23" name="Rectangle 322">
                        <a:extLst>
                          <a:ext uri="{FF2B5EF4-FFF2-40B4-BE49-F238E27FC236}">
                            <a16:creationId xmlns:a16="http://schemas.microsoft.com/office/drawing/2014/main" id="{71A05805-53BA-3320-44D5-3C24BD9749D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24" name="Rectangle 323">
                        <a:extLst>
                          <a:ext uri="{FF2B5EF4-FFF2-40B4-BE49-F238E27FC236}">
                            <a16:creationId xmlns:a16="http://schemas.microsoft.com/office/drawing/2014/main" id="{95ECA095-F562-EDB7-B7EC-4251AD62E9F2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316" name="Groupe 315">
                      <a:extLst>
                        <a:ext uri="{FF2B5EF4-FFF2-40B4-BE49-F238E27FC236}">
                          <a16:creationId xmlns:a16="http://schemas.microsoft.com/office/drawing/2014/main" id="{4EEF5368-350D-8B31-063C-DEA49EEB2C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6738" y="4274249"/>
                      <a:ext cx="1122216" cy="374072"/>
                      <a:chOff x="4016127" y="4399332"/>
                      <a:chExt cx="1122216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317" name="Rectangle 316">
                        <a:extLst>
                          <a:ext uri="{FF2B5EF4-FFF2-40B4-BE49-F238E27FC236}">
                            <a16:creationId xmlns:a16="http://schemas.microsoft.com/office/drawing/2014/main" id="{010EF4E1-8D03-B277-8764-B5A2AC79443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8" name="Rectangle 317">
                        <a:extLst>
                          <a:ext uri="{FF2B5EF4-FFF2-40B4-BE49-F238E27FC236}">
                            <a16:creationId xmlns:a16="http://schemas.microsoft.com/office/drawing/2014/main" id="{DD63F90B-5119-234D-51D6-E73E675DF984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9" name="Rectangle 318">
                        <a:extLst>
                          <a:ext uri="{FF2B5EF4-FFF2-40B4-BE49-F238E27FC236}">
                            <a16:creationId xmlns:a16="http://schemas.microsoft.com/office/drawing/2014/main" id="{F9EA81EF-B93E-2B2D-9AAA-948CC55BFE95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20" name="Rectangle 319">
                        <a:extLst>
                          <a:ext uri="{FF2B5EF4-FFF2-40B4-BE49-F238E27FC236}">
                            <a16:creationId xmlns:a16="http://schemas.microsoft.com/office/drawing/2014/main" id="{6FED7874-01B1-CDA9-1AAA-90E0C75583C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</p:grpSp>
              <p:grpSp>
                <p:nvGrpSpPr>
                  <p:cNvPr id="258" name="Groupe 257">
                    <a:extLst>
                      <a:ext uri="{FF2B5EF4-FFF2-40B4-BE49-F238E27FC236}">
                        <a16:creationId xmlns:a16="http://schemas.microsoft.com/office/drawing/2014/main" id="{33F82429-D16C-4F8B-6610-EBFB64320A4C}"/>
                      </a:ext>
                    </a:extLst>
                  </p:cNvPr>
                  <p:cNvGrpSpPr/>
                  <p:nvPr/>
                </p:nvGrpSpPr>
                <p:grpSpPr>
                  <a:xfrm>
                    <a:off x="8344297" y="1788125"/>
                    <a:ext cx="1870360" cy="1122218"/>
                    <a:chOff x="2768594" y="3900175"/>
                    <a:chExt cx="1870360" cy="1122218"/>
                  </a:xfrm>
                </p:grpSpPr>
                <p:grpSp>
                  <p:nvGrpSpPr>
                    <p:cNvPr id="259" name="Groupe 258">
                      <a:extLst>
                        <a:ext uri="{FF2B5EF4-FFF2-40B4-BE49-F238E27FC236}">
                          <a16:creationId xmlns:a16="http://schemas.microsoft.com/office/drawing/2014/main" id="{23FAF8CB-E474-3BCE-3152-1B017B003D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4648321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309" name="Rectangle 308">
                        <a:extLst>
                          <a:ext uri="{FF2B5EF4-FFF2-40B4-BE49-F238E27FC236}">
                            <a16:creationId xmlns:a16="http://schemas.microsoft.com/office/drawing/2014/main" id="{8984E189-1C2E-7367-ADA2-998ACE41B790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0" name="Rectangle 309">
                        <a:extLst>
                          <a:ext uri="{FF2B5EF4-FFF2-40B4-BE49-F238E27FC236}">
                            <a16:creationId xmlns:a16="http://schemas.microsoft.com/office/drawing/2014/main" id="{25CB8032-8CE5-0E29-1EA3-04BE3218BF52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1" name="Rectangle 310">
                        <a:extLst>
                          <a:ext uri="{FF2B5EF4-FFF2-40B4-BE49-F238E27FC236}">
                            <a16:creationId xmlns:a16="http://schemas.microsoft.com/office/drawing/2014/main" id="{D1F6099B-0D7C-2083-EE06-319253CF8D0B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2" name="Rectangle 311">
                        <a:extLst>
                          <a:ext uri="{FF2B5EF4-FFF2-40B4-BE49-F238E27FC236}">
                            <a16:creationId xmlns:a16="http://schemas.microsoft.com/office/drawing/2014/main" id="{56EF218A-2D97-2678-38A5-388D42DC8D7F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3" name="Rectangle 312">
                        <a:extLst>
                          <a:ext uri="{FF2B5EF4-FFF2-40B4-BE49-F238E27FC236}">
                            <a16:creationId xmlns:a16="http://schemas.microsoft.com/office/drawing/2014/main" id="{851D52AB-C5CE-CB87-F0AE-F6F66EBF7955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14" name="Rectangle 313">
                        <a:extLst>
                          <a:ext uri="{FF2B5EF4-FFF2-40B4-BE49-F238E27FC236}">
                            <a16:creationId xmlns:a16="http://schemas.microsoft.com/office/drawing/2014/main" id="{1D8093AC-AF1D-3F21-44FC-B4CDC3316585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260" name="Groupe 259">
                      <a:extLst>
                        <a:ext uri="{FF2B5EF4-FFF2-40B4-BE49-F238E27FC236}">
                          <a16:creationId xmlns:a16="http://schemas.microsoft.com/office/drawing/2014/main" id="{C30CAF37-59BB-98E5-1004-F46132C8000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4274249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68" name="Rectangle 267">
                        <a:extLst>
                          <a:ext uri="{FF2B5EF4-FFF2-40B4-BE49-F238E27FC236}">
                            <a16:creationId xmlns:a16="http://schemas.microsoft.com/office/drawing/2014/main" id="{013B49C0-B01E-8582-EEA6-C66679CBCBA9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9" name="Rectangle 268">
                        <a:extLst>
                          <a:ext uri="{FF2B5EF4-FFF2-40B4-BE49-F238E27FC236}">
                            <a16:creationId xmlns:a16="http://schemas.microsoft.com/office/drawing/2014/main" id="{6A296510-0D05-5C5A-DBF6-D6D9E60B5CD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70" name="Rectangle 269">
                        <a:extLst>
                          <a:ext uri="{FF2B5EF4-FFF2-40B4-BE49-F238E27FC236}">
                            <a16:creationId xmlns:a16="http://schemas.microsoft.com/office/drawing/2014/main" id="{9474C105-000B-4BF2-D529-F46015EDE715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71" name="Rectangle 270">
                        <a:extLst>
                          <a:ext uri="{FF2B5EF4-FFF2-40B4-BE49-F238E27FC236}">
                            <a16:creationId xmlns:a16="http://schemas.microsoft.com/office/drawing/2014/main" id="{3EF2E163-E4B6-45E4-DE37-DF5BF283F2A6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72" name="Rectangle 271">
                        <a:extLst>
                          <a:ext uri="{FF2B5EF4-FFF2-40B4-BE49-F238E27FC236}">
                            <a16:creationId xmlns:a16="http://schemas.microsoft.com/office/drawing/2014/main" id="{C0EDC15B-690B-55F2-3E42-63D9B3E9AFA9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8" name="Rectangle 307">
                        <a:extLst>
                          <a:ext uri="{FF2B5EF4-FFF2-40B4-BE49-F238E27FC236}">
                            <a16:creationId xmlns:a16="http://schemas.microsoft.com/office/drawing/2014/main" id="{618330EE-5173-D400-10B4-0752A1492297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261" name="Groupe 260">
                      <a:extLst>
                        <a:ext uri="{FF2B5EF4-FFF2-40B4-BE49-F238E27FC236}">
                          <a16:creationId xmlns:a16="http://schemas.microsoft.com/office/drawing/2014/main" id="{A5EABE59-33CB-DCE3-4711-B4942244677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3900175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62" name="Rectangle 261">
                        <a:extLst>
                          <a:ext uri="{FF2B5EF4-FFF2-40B4-BE49-F238E27FC236}">
                            <a16:creationId xmlns:a16="http://schemas.microsoft.com/office/drawing/2014/main" id="{5971BEA1-1F30-CC12-02B6-E5FDCD85D604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3" name="Rectangle 262">
                        <a:extLst>
                          <a:ext uri="{FF2B5EF4-FFF2-40B4-BE49-F238E27FC236}">
                            <a16:creationId xmlns:a16="http://schemas.microsoft.com/office/drawing/2014/main" id="{0316295D-3FC3-807E-693C-4425D1B3A327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4" name="Rectangle 263">
                        <a:extLst>
                          <a:ext uri="{FF2B5EF4-FFF2-40B4-BE49-F238E27FC236}">
                            <a16:creationId xmlns:a16="http://schemas.microsoft.com/office/drawing/2014/main" id="{AC130064-E8EB-E0E1-812D-CFBB1DC622F0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5" name="Rectangle 264">
                        <a:extLst>
                          <a:ext uri="{FF2B5EF4-FFF2-40B4-BE49-F238E27FC236}">
                            <a16:creationId xmlns:a16="http://schemas.microsoft.com/office/drawing/2014/main" id="{924AECCA-57AA-69A6-9C23-FF9B2569F519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6" name="Rectangle 265">
                        <a:extLst>
                          <a:ext uri="{FF2B5EF4-FFF2-40B4-BE49-F238E27FC236}">
                            <a16:creationId xmlns:a16="http://schemas.microsoft.com/office/drawing/2014/main" id="{C3273F2E-EC65-7131-4C88-E37624434ACF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67" name="Rectangle 266">
                        <a:extLst>
                          <a:ext uri="{FF2B5EF4-FFF2-40B4-BE49-F238E27FC236}">
                            <a16:creationId xmlns:a16="http://schemas.microsoft.com/office/drawing/2014/main" id="{2B8A6098-27C9-AB04-0E43-36FA03F6454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</p:grpSp>
            </p:grpSp>
            <p:grpSp>
              <p:nvGrpSpPr>
                <p:cNvPr id="273" name="Groupe 272">
                  <a:extLst>
                    <a:ext uri="{FF2B5EF4-FFF2-40B4-BE49-F238E27FC236}">
                      <a16:creationId xmlns:a16="http://schemas.microsoft.com/office/drawing/2014/main" id="{530BC893-E138-EFE7-A9FA-2D1BE5739DEF}"/>
                    </a:ext>
                  </a:extLst>
                </p:cNvPr>
                <p:cNvGrpSpPr/>
                <p:nvPr/>
              </p:nvGrpSpPr>
              <p:grpSpPr>
                <a:xfrm rot="10800000">
                  <a:off x="6306888" y="3810121"/>
                  <a:ext cx="1870360" cy="1870362"/>
                  <a:chOff x="8344297" y="1039981"/>
                  <a:chExt cx="1870360" cy="1870362"/>
                </a:xfrm>
              </p:grpSpPr>
              <p:grpSp>
                <p:nvGrpSpPr>
                  <p:cNvPr id="274" name="Groupe 273">
                    <a:extLst>
                      <a:ext uri="{FF2B5EF4-FFF2-40B4-BE49-F238E27FC236}">
                        <a16:creationId xmlns:a16="http://schemas.microsoft.com/office/drawing/2014/main" id="{E19C2079-CBA2-9176-D829-2926FEF8482F}"/>
                      </a:ext>
                    </a:extLst>
                  </p:cNvPr>
                  <p:cNvGrpSpPr/>
                  <p:nvPr/>
                </p:nvGrpSpPr>
                <p:grpSpPr>
                  <a:xfrm>
                    <a:off x="9092441" y="1039981"/>
                    <a:ext cx="1122216" cy="748144"/>
                    <a:chOff x="3516738" y="4274249"/>
                    <a:chExt cx="1122216" cy="748144"/>
                  </a:xfrm>
                </p:grpSpPr>
                <p:grpSp>
                  <p:nvGrpSpPr>
                    <p:cNvPr id="297" name="Groupe 296">
                      <a:extLst>
                        <a:ext uri="{FF2B5EF4-FFF2-40B4-BE49-F238E27FC236}">
                          <a16:creationId xmlns:a16="http://schemas.microsoft.com/office/drawing/2014/main" id="{53FB9208-4504-045E-953A-2149856D222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6738" y="4648321"/>
                      <a:ext cx="1122216" cy="374072"/>
                      <a:chOff x="4016127" y="4399332"/>
                      <a:chExt cx="1122216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303" name="Rectangle 302">
                        <a:extLst>
                          <a:ext uri="{FF2B5EF4-FFF2-40B4-BE49-F238E27FC236}">
                            <a16:creationId xmlns:a16="http://schemas.microsoft.com/office/drawing/2014/main" id="{A72F34CA-9B9B-FA0D-263E-A9CBEA6108EE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4" name="Rectangle 303">
                        <a:extLst>
                          <a:ext uri="{FF2B5EF4-FFF2-40B4-BE49-F238E27FC236}">
                            <a16:creationId xmlns:a16="http://schemas.microsoft.com/office/drawing/2014/main" id="{59AC39FC-4524-E096-2D9B-261361FC65ED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5" name="Rectangle 304">
                        <a:extLst>
                          <a:ext uri="{FF2B5EF4-FFF2-40B4-BE49-F238E27FC236}">
                            <a16:creationId xmlns:a16="http://schemas.microsoft.com/office/drawing/2014/main" id="{641305C5-6F42-D324-59CD-982C9845E149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6" name="Rectangle 305">
                        <a:extLst>
                          <a:ext uri="{FF2B5EF4-FFF2-40B4-BE49-F238E27FC236}">
                            <a16:creationId xmlns:a16="http://schemas.microsoft.com/office/drawing/2014/main" id="{49122E13-B4FB-D00B-A97F-69F422B0BD8A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298" name="Groupe 297">
                      <a:extLst>
                        <a:ext uri="{FF2B5EF4-FFF2-40B4-BE49-F238E27FC236}">
                          <a16:creationId xmlns:a16="http://schemas.microsoft.com/office/drawing/2014/main" id="{BF50401E-09D6-6EF0-CCCA-63D466486BC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516738" y="4274249"/>
                      <a:ext cx="1122216" cy="374072"/>
                      <a:chOff x="4016127" y="4399332"/>
                      <a:chExt cx="1122216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99" name="Rectangle 298">
                        <a:extLst>
                          <a:ext uri="{FF2B5EF4-FFF2-40B4-BE49-F238E27FC236}">
                            <a16:creationId xmlns:a16="http://schemas.microsoft.com/office/drawing/2014/main" id="{24EF0672-E354-997F-3A0F-A2B440C2F5EB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0" name="Rectangle 299">
                        <a:extLst>
                          <a:ext uri="{FF2B5EF4-FFF2-40B4-BE49-F238E27FC236}">
                            <a16:creationId xmlns:a16="http://schemas.microsoft.com/office/drawing/2014/main" id="{7EA65EFA-B3FA-7B2C-EE94-B6DC0A34124E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1" name="Rectangle 300">
                        <a:extLst>
                          <a:ext uri="{FF2B5EF4-FFF2-40B4-BE49-F238E27FC236}">
                            <a16:creationId xmlns:a16="http://schemas.microsoft.com/office/drawing/2014/main" id="{9614310E-43EF-1DD1-147D-0E82780FCA3D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302" name="Rectangle 301">
                        <a:extLst>
                          <a:ext uri="{FF2B5EF4-FFF2-40B4-BE49-F238E27FC236}">
                            <a16:creationId xmlns:a16="http://schemas.microsoft.com/office/drawing/2014/main" id="{0BB8CE48-0809-C9A4-3988-3AB3F43B139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</p:grpSp>
              <p:grpSp>
                <p:nvGrpSpPr>
                  <p:cNvPr id="275" name="Groupe 274">
                    <a:extLst>
                      <a:ext uri="{FF2B5EF4-FFF2-40B4-BE49-F238E27FC236}">
                        <a16:creationId xmlns:a16="http://schemas.microsoft.com/office/drawing/2014/main" id="{6E9939FD-BE78-8130-9387-0A0085D84CB7}"/>
                      </a:ext>
                    </a:extLst>
                  </p:cNvPr>
                  <p:cNvGrpSpPr/>
                  <p:nvPr/>
                </p:nvGrpSpPr>
                <p:grpSpPr>
                  <a:xfrm>
                    <a:off x="8344297" y="1788125"/>
                    <a:ext cx="1870360" cy="1122218"/>
                    <a:chOff x="2768594" y="3900175"/>
                    <a:chExt cx="1870360" cy="1122218"/>
                  </a:xfrm>
                </p:grpSpPr>
                <p:grpSp>
                  <p:nvGrpSpPr>
                    <p:cNvPr id="276" name="Groupe 275">
                      <a:extLst>
                        <a:ext uri="{FF2B5EF4-FFF2-40B4-BE49-F238E27FC236}">
                          <a16:creationId xmlns:a16="http://schemas.microsoft.com/office/drawing/2014/main" id="{3C34864A-99BD-80CD-CA7D-D8D22FAD78F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4648321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91" name="Rectangle 290">
                        <a:extLst>
                          <a:ext uri="{FF2B5EF4-FFF2-40B4-BE49-F238E27FC236}">
                            <a16:creationId xmlns:a16="http://schemas.microsoft.com/office/drawing/2014/main" id="{85095848-907D-7937-8A59-1E01385A4E8F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2" name="Rectangle 291">
                        <a:extLst>
                          <a:ext uri="{FF2B5EF4-FFF2-40B4-BE49-F238E27FC236}">
                            <a16:creationId xmlns:a16="http://schemas.microsoft.com/office/drawing/2014/main" id="{410CDCB7-71AD-0DFB-6657-BE7F546355B4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3" name="Rectangle 292">
                        <a:extLst>
                          <a:ext uri="{FF2B5EF4-FFF2-40B4-BE49-F238E27FC236}">
                            <a16:creationId xmlns:a16="http://schemas.microsoft.com/office/drawing/2014/main" id="{9869C778-7BCE-3972-F398-A07AEE06A6BF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4" name="Rectangle 293">
                        <a:extLst>
                          <a:ext uri="{FF2B5EF4-FFF2-40B4-BE49-F238E27FC236}">
                            <a16:creationId xmlns:a16="http://schemas.microsoft.com/office/drawing/2014/main" id="{365F9BE8-FB7F-C534-26FA-217BA9057A50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5" name="Rectangle 294">
                        <a:extLst>
                          <a:ext uri="{FF2B5EF4-FFF2-40B4-BE49-F238E27FC236}">
                            <a16:creationId xmlns:a16="http://schemas.microsoft.com/office/drawing/2014/main" id="{A521C876-8403-52D4-6A91-AB15A9D8F5CB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6" name="Rectangle 295">
                        <a:extLst>
                          <a:ext uri="{FF2B5EF4-FFF2-40B4-BE49-F238E27FC236}">
                            <a16:creationId xmlns:a16="http://schemas.microsoft.com/office/drawing/2014/main" id="{199D9448-43CF-C39B-4F1F-F58659150B7E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277" name="Groupe 276">
                      <a:extLst>
                        <a:ext uri="{FF2B5EF4-FFF2-40B4-BE49-F238E27FC236}">
                          <a16:creationId xmlns:a16="http://schemas.microsoft.com/office/drawing/2014/main" id="{54EBC2A4-6BAE-8C73-ED0C-9E076831A109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4274249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85" name="Rectangle 284">
                        <a:extLst>
                          <a:ext uri="{FF2B5EF4-FFF2-40B4-BE49-F238E27FC236}">
                            <a16:creationId xmlns:a16="http://schemas.microsoft.com/office/drawing/2014/main" id="{F9DBD15A-1CB8-C8A4-CB88-649862295D96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6" name="Rectangle 285">
                        <a:extLst>
                          <a:ext uri="{FF2B5EF4-FFF2-40B4-BE49-F238E27FC236}">
                            <a16:creationId xmlns:a16="http://schemas.microsoft.com/office/drawing/2014/main" id="{ECFAA73A-1412-E179-F798-3370D359AEB0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7" name="Rectangle 286">
                        <a:extLst>
                          <a:ext uri="{FF2B5EF4-FFF2-40B4-BE49-F238E27FC236}">
                            <a16:creationId xmlns:a16="http://schemas.microsoft.com/office/drawing/2014/main" id="{37A6C834-CA12-9D40-C745-77FE08BDBC59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8" name="Rectangle 287">
                        <a:extLst>
                          <a:ext uri="{FF2B5EF4-FFF2-40B4-BE49-F238E27FC236}">
                            <a16:creationId xmlns:a16="http://schemas.microsoft.com/office/drawing/2014/main" id="{0E18C186-BA85-70B7-702A-AE67AFA7C62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9" name="Rectangle 288">
                        <a:extLst>
                          <a:ext uri="{FF2B5EF4-FFF2-40B4-BE49-F238E27FC236}">
                            <a16:creationId xmlns:a16="http://schemas.microsoft.com/office/drawing/2014/main" id="{42178D11-CFE1-A493-C8AE-B5B711561CD7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90" name="Rectangle 289">
                        <a:extLst>
                          <a:ext uri="{FF2B5EF4-FFF2-40B4-BE49-F238E27FC236}">
                            <a16:creationId xmlns:a16="http://schemas.microsoft.com/office/drawing/2014/main" id="{7A0158AB-9960-9E80-6ACE-01CB8232C62A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  <p:grpSp>
                  <p:nvGrpSpPr>
                    <p:cNvPr id="278" name="Groupe 277">
                      <a:extLst>
                        <a:ext uri="{FF2B5EF4-FFF2-40B4-BE49-F238E27FC236}">
                          <a16:creationId xmlns:a16="http://schemas.microsoft.com/office/drawing/2014/main" id="{E38007F4-91CF-86EF-9DFE-26CC1E6F20E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68594" y="3900175"/>
                      <a:ext cx="1870360" cy="374072"/>
                      <a:chOff x="3267983" y="4399332"/>
                      <a:chExt cx="1870360" cy="374072"/>
                    </a:xfrm>
                    <a:solidFill>
                      <a:schemeClr val="accent2">
                        <a:lumMod val="20000"/>
                        <a:lumOff val="80000"/>
                      </a:schemeClr>
                    </a:solidFill>
                  </p:grpSpPr>
                  <p:sp>
                    <p:nvSpPr>
                      <p:cNvPr id="279" name="Rectangle 278">
                        <a:extLst>
                          <a:ext uri="{FF2B5EF4-FFF2-40B4-BE49-F238E27FC236}">
                            <a16:creationId xmlns:a16="http://schemas.microsoft.com/office/drawing/2014/main" id="{C308ED9A-0ADE-921C-EC9F-E6A38E4E5DEF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764271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0" name="Rectangle 279">
                        <a:extLst>
                          <a:ext uri="{FF2B5EF4-FFF2-40B4-BE49-F238E27FC236}">
                            <a16:creationId xmlns:a16="http://schemas.microsoft.com/office/drawing/2014/main" id="{CA725326-34B2-D63A-52A1-EA0343752922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390199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1" name="Rectangle 280">
                        <a:extLst>
                          <a:ext uri="{FF2B5EF4-FFF2-40B4-BE49-F238E27FC236}">
                            <a16:creationId xmlns:a16="http://schemas.microsoft.com/office/drawing/2014/main" id="{02E73437-DCF2-8BB4-63C2-67CB61380936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 flipV="1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2" name="Rectangle 281">
                        <a:extLst>
                          <a:ext uri="{FF2B5EF4-FFF2-40B4-BE49-F238E27FC236}">
                            <a16:creationId xmlns:a16="http://schemas.microsoft.com/office/drawing/2014/main" id="{000551B4-50C1-8640-09D4-B12022CA8C88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267983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3" name="Rectangle 282">
                        <a:extLst>
                          <a:ext uri="{FF2B5EF4-FFF2-40B4-BE49-F238E27FC236}">
                            <a16:creationId xmlns:a16="http://schemas.microsoft.com/office/drawing/2014/main" id="{40B37EC0-E9FB-E971-4C2D-0456ED25E73D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3642055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  <p:sp>
                    <p:nvSpPr>
                      <p:cNvPr id="284" name="Rectangle 283">
                        <a:extLst>
                          <a:ext uri="{FF2B5EF4-FFF2-40B4-BE49-F238E27FC236}">
                            <a16:creationId xmlns:a16="http://schemas.microsoft.com/office/drawing/2014/main" id="{CDA83632-B7DC-0A99-6C9A-108205B63B10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4016127" y="4399332"/>
                        <a:ext cx="374072" cy="374072"/>
                      </a:xfrm>
                      <a:prstGeom prst="rect">
                        <a:avLst/>
                      </a:prstGeom>
                      <a:grpFill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GB"/>
                      </a:p>
                    </p:txBody>
                  </p:sp>
                </p:grpSp>
              </p:grpSp>
            </p:grpSp>
          </p:grpSp>
        </p:grpSp>
        <p:grpSp>
          <p:nvGrpSpPr>
            <p:cNvPr id="325" name="Groupe 324">
              <a:extLst>
                <a:ext uri="{FF2B5EF4-FFF2-40B4-BE49-F238E27FC236}">
                  <a16:creationId xmlns:a16="http://schemas.microsoft.com/office/drawing/2014/main" id="{68E48FE1-8B37-CD7D-2451-7E7F530F4149}"/>
                </a:ext>
              </a:extLst>
            </p:cNvPr>
            <p:cNvGrpSpPr/>
            <p:nvPr/>
          </p:nvGrpSpPr>
          <p:grpSpPr>
            <a:xfrm flipH="1">
              <a:off x="1756823" y="1053138"/>
              <a:ext cx="300972" cy="198194"/>
              <a:chOff x="458933" y="2547028"/>
              <a:chExt cx="1122216" cy="738995"/>
            </a:xfrm>
            <a:solidFill>
              <a:schemeClr val="accent2">
                <a:lumMod val="20000"/>
                <a:lumOff val="80000"/>
              </a:schemeClr>
            </a:solidFill>
          </p:grpSpPr>
          <p:grpSp>
            <p:nvGrpSpPr>
              <p:cNvPr id="326" name="Groupe 325">
                <a:extLst>
                  <a:ext uri="{FF2B5EF4-FFF2-40B4-BE49-F238E27FC236}">
                    <a16:creationId xmlns:a16="http://schemas.microsoft.com/office/drawing/2014/main" id="{BDCD7AB0-78CA-3FC7-99F0-A038A38F9CFA}"/>
                  </a:ext>
                </a:extLst>
              </p:cNvPr>
              <p:cNvGrpSpPr/>
              <p:nvPr/>
            </p:nvGrpSpPr>
            <p:grpSpPr>
              <a:xfrm>
                <a:off x="458933" y="2547028"/>
                <a:ext cx="748144" cy="374073"/>
                <a:chOff x="2192483" y="3632135"/>
                <a:chExt cx="748144" cy="374073"/>
              </a:xfrm>
              <a:grpFill/>
            </p:grpSpPr>
            <p:sp>
              <p:nvSpPr>
                <p:cNvPr id="330" name="Rectangle 329">
                  <a:extLst>
                    <a:ext uri="{FF2B5EF4-FFF2-40B4-BE49-F238E27FC236}">
                      <a16:creationId xmlns:a16="http://schemas.microsoft.com/office/drawing/2014/main" id="{06F1B2E2-E5E1-E25A-8C99-C10E24904B0A}"/>
                    </a:ext>
                  </a:extLst>
                </p:cNvPr>
                <p:cNvSpPr/>
                <p:nvPr/>
              </p:nvSpPr>
              <p:spPr>
                <a:xfrm flipH="1">
                  <a:off x="2192483" y="3632135"/>
                  <a:ext cx="374072" cy="364923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31" name="Rectangle 330">
                  <a:extLst>
                    <a:ext uri="{FF2B5EF4-FFF2-40B4-BE49-F238E27FC236}">
                      <a16:creationId xmlns:a16="http://schemas.microsoft.com/office/drawing/2014/main" id="{C90ABCB0-8CED-965F-BCF3-70BB9E572E70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27" name="Groupe 326">
                <a:extLst>
                  <a:ext uri="{FF2B5EF4-FFF2-40B4-BE49-F238E27FC236}">
                    <a16:creationId xmlns:a16="http://schemas.microsoft.com/office/drawing/2014/main" id="{B2C3B54A-B24B-D931-CEC4-247911C0984D}"/>
                  </a:ext>
                </a:extLst>
              </p:cNvPr>
              <p:cNvGrpSpPr/>
              <p:nvPr/>
            </p:nvGrpSpPr>
            <p:grpSpPr>
              <a:xfrm>
                <a:off x="833005" y="2911951"/>
                <a:ext cx="748144" cy="374072"/>
                <a:chOff x="2192483" y="3632136"/>
                <a:chExt cx="748144" cy="374072"/>
              </a:xfrm>
              <a:grpFill/>
            </p:grpSpPr>
            <p:sp>
              <p:nvSpPr>
                <p:cNvPr id="328" name="Rectangle 327">
                  <a:extLst>
                    <a:ext uri="{FF2B5EF4-FFF2-40B4-BE49-F238E27FC236}">
                      <a16:creationId xmlns:a16="http://schemas.microsoft.com/office/drawing/2014/main" id="{B4775DC8-E04E-7E13-318A-7A1573761D8F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29" name="Rectangle 328">
                  <a:extLst>
                    <a:ext uri="{FF2B5EF4-FFF2-40B4-BE49-F238E27FC236}">
                      <a16:creationId xmlns:a16="http://schemas.microsoft.com/office/drawing/2014/main" id="{5DA2C1F7-3CAD-584F-F4A6-92CBC5C1694A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4814604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0313A-F548-0C3C-0792-151161B0B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e 4">
            <a:extLst>
              <a:ext uri="{FF2B5EF4-FFF2-40B4-BE49-F238E27FC236}">
                <a16:creationId xmlns:a16="http://schemas.microsoft.com/office/drawing/2014/main" id="{29C40F01-4A49-D228-1359-0E3F60C6FE77}"/>
              </a:ext>
            </a:extLst>
          </p:cNvPr>
          <p:cNvGrpSpPr/>
          <p:nvPr/>
        </p:nvGrpSpPr>
        <p:grpSpPr>
          <a:xfrm>
            <a:off x="285014" y="1477081"/>
            <a:ext cx="6126139" cy="4795461"/>
            <a:chOff x="285014" y="1477081"/>
            <a:chExt cx="6126139" cy="4795461"/>
          </a:xfrm>
        </p:grpSpPr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697A70F0-CB4E-69C5-7BCF-4A3A93831352}"/>
                </a:ext>
              </a:extLst>
            </p:cNvPr>
            <p:cNvGrpSpPr/>
            <p:nvPr/>
          </p:nvGrpSpPr>
          <p:grpSpPr>
            <a:xfrm>
              <a:off x="1031430" y="2049704"/>
              <a:ext cx="537729" cy="806594"/>
              <a:chOff x="2192483" y="1326574"/>
              <a:chExt cx="748144" cy="1122216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6FFF2A5-2C88-5740-AD1B-27718B7BA276}"/>
                  </a:ext>
                </a:extLst>
              </p:cNvPr>
              <p:cNvSpPr/>
              <p:nvPr/>
            </p:nvSpPr>
            <p:spPr>
              <a:xfrm>
                <a:off x="2566555" y="1326574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EDC19F87-6051-CB7E-52FA-739AD82DB7E4}"/>
                  </a:ext>
                </a:extLst>
              </p:cNvPr>
              <p:cNvSpPr/>
              <p:nvPr/>
            </p:nvSpPr>
            <p:spPr>
              <a:xfrm>
                <a:off x="2566555" y="170064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95B54816-2E5D-4D4D-89DF-CB3805465159}"/>
                  </a:ext>
                </a:extLst>
              </p:cNvPr>
              <p:cNvSpPr/>
              <p:nvPr/>
            </p:nvSpPr>
            <p:spPr>
              <a:xfrm>
                <a:off x="2566555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6CD2D1F0-8C91-108F-8D68-EAD8E5C27D5D}"/>
                  </a:ext>
                </a:extLst>
              </p:cNvPr>
              <p:cNvSpPr/>
              <p:nvPr/>
            </p:nvSpPr>
            <p:spPr>
              <a:xfrm>
                <a:off x="2192483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10" name="Groupe 9">
              <a:extLst>
                <a:ext uri="{FF2B5EF4-FFF2-40B4-BE49-F238E27FC236}">
                  <a16:creationId xmlns:a16="http://schemas.microsoft.com/office/drawing/2014/main" id="{23053C24-8299-F5A7-4BDF-025AE2D3D508}"/>
                </a:ext>
              </a:extLst>
            </p:cNvPr>
            <p:cNvGrpSpPr/>
            <p:nvPr/>
          </p:nvGrpSpPr>
          <p:grpSpPr>
            <a:xfrm flipH="1">
              <a:off x="3323617" y="1906796"/>
              <a:ext cx="537729" cy="806594"/>
              <a:chOff x="2192483" y="1326574"/>
              <a:chExt cx="748144" cy="1122216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81FD901-7144-7068-A470-0675C921C52A}"/>
                  </a:ext>
                </a:extLst>
              </p:cNvPr>
              <p:cNvSpPr/>
              <p:nvPr/>
            </p:nvSpPr>
            <p:spPr>
              <a:xfrm>
                <a:off x="2566555" y="1326574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7F8784D-DF89-02D0-915C-7D80EAA28EDD}"/>
                  </a:ext>
                </a:extLst>
              </p:cNvPr>
              <p:cNvSpPr/>
              <p:nvPr/>
            </p:nvSpPr>
            <p:spPr>
              <a:xfrm>
                <a:off x="2566555" y="170064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01ED4099-F886-9A17-DB9A-CE3464D01477}"/>
                  </a:ext>
                </a:extLst>
              </p:cNvPr>
              <p:cNvSpPr/>
              <p:nvPr/>
            </p:nvSpPr>
            <p:spPr>
              <a:xfrm>
                <a:off x="2566555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348FB0EE-7C6E-430B-5DD7-6D5684E45BB3}"/>
                  </a:ext>
                </a:extLst>
              </p:cNvPr>
              <p:cNvSpPr/>
              <p:nvPr/>
            </p:nvSpPr>
            <p:spPr>
              <a:xfrm>
                <a:off x="2192483" y="2074718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25" name="Groupe 24">
              <a:extLst>
                <a:ext uri="{FF2B5EF4-FFF2-40B4-BE49-F238E27FC236}">
                  <a16:creationId xmlns:a16="http://schemas.microsoft.com/office/drawing/2014/main" id="{58505DB9-A390-9BC3-1D08-7F6F64AC6FF0}"/>
                </a:ext>
              </a:extLst>
            </p:cNvPr>
            <p:cNvGrpSpPr/>
            <p:nvPr/>
          </p:nvGrpSpPr>
          <p:grpSpPr>
            <a:xfrm>
              <a:off x="4188121" y="2786184"/>
              <a:ext cx="1344323" cy="537729"/>
              <a:chOff x="5683991" y="1215898"/>
              <a:chExt cx="1870360" cy="748144"/>
            </a:xfrm>
          </p:grpSpPr>
          <p:grpSp>
            <p:nvGrpSpPr>
              <p:cNvPr id="15" name="Groupe 14">
                <a:extLst>
                  <a:ext uri="{FF2B5EF4-FFF2-40B4-BE49-F238E27FC236}">
                    <a16:creationId xmlns:a16="http://schemas.microsoft.com/office/drawing/2014/main" id="{E9086787-7E2E-08CA-7FED-29CD3204DAF6}"/>
                  </a:ext>
                </a:extLst>
              </p:cNvPr>
              <p:cNvGrpSpPr/>
              <p:nvPr/>
            </p:nvGrpSpPr>
            <p:grpSpPr>
              <a:xfrm rot="5400000" flipH="1" flipV="1">
                <a:off x="5871027" y="1028862"/>
                <a:ext cx="748144" cy="1122216"/>
                <a:chOff x="2192483" y="1326574"/>
                <a:chExt cx="748144" cy="1122216"/>
              </a:xfrm>
            </p:grpSpPr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CF66B7D8-C8E9-E1B0-5898-CDEB6AC2F1FE}"/>
                    </a:ext>
                  </a:extLst>
                </p:cNvPr>
                <p:cNvSpPr/>
                <p:nvPr/>
              </p:nvSpPr>
              <p:spPr>
                <a:xfrm>
                  <a:off x="2566555" y="1326574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D034FB51-02D0-95B6-5E10-46892A56043F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90016060-3412-4372-F6CE-4B64D3DEB1E5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46D126B9-C844-ECC5-68EA-6B8A9992AB6B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20" name="Groupe 19">
                <a:extLst>
                  <a:ext uri="{FF2B5EF4-FFF2-40B4-BE49-F238E27FC236}">
                    <a16:creationId xmlns:a16="http://schemas.microsoft.com/office/drawing/2014/main" id="{0D9C109D-6375-22BA-FBF0-C282F64F0E13}"/>
                  </a:ext>
                </a:extLst>
              </p:cNvPr>
              <p:cNvGrpSpPr/>
              <p:nvPr/>
            </p:nvGrpSpPr>
            <p:grpSpPr>
              <a:xfrm rot="5400000" flipH="1">
                <a:off x="6619171" y="1028862"/>
                <a:ext cx="748144" cy="1122216"/>
                <a:chOff x="2192483" y="1326574"/>
                <a:chExt cx="748144" cy="1122216"/>
              </a:xfrm>
            </p:grpSpPr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42132060-7FF6-81F7-EBE5-1C8E4CBE080E}"/>
                    </a:ext>
                  </a:extLst>
                </p:cNvPr>
                <p:cNvSpPr/>
                <p:nvPr/>
              </p:nvSpPr>
              <p:spPr>
                <a:xfrm>
                  <a:off x="2566555" y="1326574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4A54346E-588D-EF7F-D60C-AE86A68ADC45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57E0DE93-98F2-F9CA-7FD7-4378220A1743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19E5935-2D70-FC7F-E312-1FEE73C09D2C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890B8A4B-0BB3-55B8-F4A1-C3828AFFD99F}"/>
                </a:ext>
              </a:extLst>
            </p:cNvPr>
            <p:cNvGrpSpPr/>
            <p:nvPr/>
          </p:nvGrpSpPr>
          <p:grpSpPr>
            <a:xfrm>
              <a:off x="4456986" y="4079538"/>
              <a:ext cx="537729" cy="537729"/>
              <a:chOff x="4094185" y="3243463"/>
              <a:chExt cx="748144" cy="748144"/>
            </a:xfrm>
          </p:grpSpPr>
          <p:grpSp>
            <p:nvGrpSpPr>
              <p:cNvPr id="74" name="Groupe 73">
                <a:extLst>
                  <a:ext uri="{FF2B5EF4-FFF2-40B4-BE49-F238E27FC236}">
                    <a16:creationId xmlns:a16="http://schemas.microsoft.com/office/drawing/2014/main" id="{6D73A602-A67C-1A1B-5FED-1FAA2B1A297F}"/>
                  </a:ext>
                </a:extLst>
              </p:cNvPr>
              <p:cNvGrpSpPr/>
              <p:nvPr/>
            </p:nvGrpSpPr>
            <p:grpSpPr>
              <a:xfrm>
                <a:off x="4094185" y="3617535"/>
                <a:ext cx="748144" cy="374072"/>
                <a:chOff x="2192483" y="3632136"/>
                <a:chExt cx="748144" cy="374072"/>
              </a:xfrm>
            </p:grpSpPr>
            <p:sp>
              <p:nvSpPr>
                <p:cNvPr id="75" name="Rectangle 74">
                  <a:extLst>
                    <a:ext uri="{FF2B5EF4-FFF2-40B4-BE49-F238E27FC236}">
                      <a16:creationId xmlns:a16="http://schemas.microsoft.com/office/drawing/2014/main" id="{B7E262D3-02F7-5518-C30F-48547A46EFB2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6" name="Rectangle 75">
                  <a:extLst>
                    <a:ext uri="{FF2B5EF4-FFF2-40B4-BE49-F238E27FC236}">
                      <a16:creationId xmlns:a16="http://schemas.microsoft.com/office/drawing/2014/main" id="{A78C65BD-553B-F5E8-EA08-589A6312C2DF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77" name="Groupe 76">
                <a:extLst>
                  <a:ext uri="{FF2B5EF4-FFF2-40B4-BE49-F238E27FC236}">
                    <a16:creationId xmlns:a16="http://schemas.microsoft.com/office/drawing/2014/main" id="{0C33D074-617C-2673-61B6-B2FA535AEADC}"/>
                  </a:ext>
                </a:extLst>
              </p:cNvPr>
              <p:cNvGrpSpPr/>
              <p:nvPr/>
            </p:nvGrpSpPr>
            <p:grpSpPr>
              <a:xfrm>
                <a:off x="4094185" y="3243463"/>
                <a:ext cx="748144" cy="374072"/>
                <a:chOff x="2192483" y="3632136"/>
                <a:chExt cx="748144" cy="374072"/>
              </a:xfrm>
            </p:grpSpPr>
            <p:sp>
              <p:nvSpPr>
                <p:cNvPr id="78" name="Rectangle 77">
                  <a:extLst>
                    <a:ext uri="{FF2B5EF4-FFF2-40B4-BE49-F238E27FC236}">
                      <a16:creationId xmlns:a16="http://schemas.microsoft.com/office/drawing/2014/main" id="{6E921D5E-E0F2-B05C-FC22-AAD54BFCE0A5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2756A1FF-F75A-3F21-79EC-3CB545749DCF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81" name="Groupe 80">
              <a:extLst>
                <a:ext uri="{FF2B5EF4-FFF2-40B4-BE49-F238E27FC236}">
                  <a16:creationId xmlns:a16="http://schemas.microsoft.com/office/drawing/2014/main" id="{579BE824-611B-F8B2-15F5-5A95E0DC7F1E}"/>
                </a:ext>
              </a:extLst>
            </p:cNvPr>
            <p:cNvGrpSpPr/>
            <p:nvPr/>
          </p:nvGrpSpPr>
          <p:grpSpPr>
            <a:xfrm>
              <a:off x="285014" y="2175660"/>
              <a:ext cx="806594" cy="537729"/>
              <a:chOff x="6058063" y="1215898"/>
              <a:chExt cx="1122216" cy="748144"/>
            </a:xfrm>
          </p:grpSpPr>
          <p:grpSp>
            <p:nvGrpSpPr>
              <p:cNvPr id="82" name="Groupe 81">
                <a:extLst>
                  <a:ext uri="{FF2B5EF4-FFF2-40B4-BE49-F238E27FC236}">
                    <a16:creationId xmlns:a16="http://schemas.microsoft.com/office/drawing/2014/main" id="{49A46AED-4C93-5972-3442-8CE4B143839E}"/>
                  </a:ext>
                </a:extLst>
              </p:cNvPr>
              <p:cNvGrpSpPr/>
              <p:nvPr/>
            </p:nvGrpSpPr>
            <p:grpSpPr>
              <a:xfrm rot="5400000" flipH="1" flipV="1">
                <a:off x="6058063" y="1215898"/>
                <a:ext cx="748144" cy="748144"/>
                <a:chOff x="2192483" y="1700646"/>
                <a:chExt cx="748144" cy="748144"/>
              </a:xfrm>
            </p:grpSpPr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E205619C-B22C-3E09-EA21-CA0C2F8FE0AF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90" name="Rectangle 89">
                  <a:extLst>
                    <a:ext uri="{FF2B5EF4-FFF2-40B4-BE49-F238E27FC236}">
                      <a16:creationId xmlns:a16="http://schemas.microsoft.com/office/drawing/2014/main" id="{3892CB39-571F-E879-FF70-42793598385C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0CC69713-88AF-8F19-6BE4-F36032A53B1B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83" name="Groupe 82">
                <a:extLst>
                  <a:ext uri="{FF2B5EF4-FFF2-40B4-BE49-F238E27FC236}">
                    <a16:creationId xmlns:a16="http://schemas.microsoft.com/office/drawing/2014/main" id="{79330DB2-B663-5246-A58E-71D8723FBE40}"/>
                  </a:ext>
                </a:extLst>
              </p:cNvPr>
              <p:cNvGrpSpPr/>
              <p:nvPr/>
            </p:nvGrpSpPr>
            <p:grpSpPr>
              <a:xfrm rot="5400000" flipH="1">
                <a:off x="6432135" y="1215898"/>
                <a:ext cx="748144" cy="748144"/>
                <a:chOff x="2192483" y="1700646"/>
                <a:chExt cx="748144" cy="748144"/>
              </a:xfrm>
            </p:grpSpPr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B4EBD53A-35ED-828A-2A74-6D7B583202E3}"/>
                    </a:ext>
                  </a:extLst>
                </p:cNvPr>
                <p:cNvSpPr/>
                <p:nvPr/>
              </p:nvSpPr>
              <p:spPr>
                <a:xfrm>
                  <a:off x="2566555" y="170064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6" name="Rectangle 85">
                  <a:extLst>
                    <a:ext uri="{FF2B5EF4-FFF2-40B4-BE49-F238E27FC236}">
                      <a16:creationId xmlns:a16="http://schemas.microsoft.com/office/drawing/2014/main" id="{7151191A-B976-8EAC-E313-8983F34FAF97}"/>
                    </a:ext>
                  </a:extLst>
                </p:cNvPr>
                <p:cNvSpPr/>
                <p:nvPr/>
              </p:nvSpPr>
              <p:spPr>
                <a:xfrm>
                  <a:off x="2566555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F297F7EC-25D6-9690-3961-F54A611491D4}"/>
                    </a:ext>
                  </a:extLst>
                </p:cNvPr>
                <p:cNvSpPr/>
                <p:nvPr/>
              </p:nvSpPr>
              <p:spPr>
                <a:xfrm>
                  <a:off x="2192483" y="2074718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42" name="Groupe 41">
              <a:extLst>
                <a:ext uri="{FF2B5EF4-FFF2-40B4-BE49-F238E27FC236}">
                  <a16:creationId xmlns:a16="http://schemas.microsoft.com/office/drawing/2014/main" id="{A462D794-58C8-D4C3-9FE7-0742D5BF3696}"/>
                </a:ext>
              </a:extLst>
            </p:cNvPr>
            <p:cNvGrpSpPr/>
            <p:nvPr/>
          </p:nvGrpSpPr>
          <p:grpSpPr>
            <a:xfrm>
              <a:off x="1745989" y="2597085"/>
              <a:ext cx="1344323" cy="537729"/>
              <a:chOff x="7055591" y="2537879"/>
              <a:chExt cx="1870360" cy="748144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B1172270-597C-C5AA-0313-836757A39A34}"/>
                  </a:ext>
                </a:extLst>
              </p:cNvPr>
              <p:cNvSpPr/>
              <p:nvPr/>
            </p:nvSpPr>
            <p:spPr>
              <a:xfrm rot="5400000" flipH="1" flipV="1">
                <a:off x="7055591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E85B197E-A6FD-BBB5-B315-03F90DFC5476}"/>
                  </a:ext>
                </a:extLst>
              </p:cNvPr>
              <p:cNvSpPr/>
              <p:nvPr/>
            </p:nvSpPr>
            <p:spPr>
              <a:xfrm rot="5400000" flipH="1" flipV="1">
                <a:off x="7429663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461D1AE0-2037-94E7-4883-AA40B3684ECF}"/>
                  </a:ext>
                </a:extLst>
              </p:cNvPr>
              <p:cNvSpPr/>
              <p:nvPr/>
            </p:nvSpPr>
            <p:spPr>
              <a:xfrm rot="5400000" flipH="1" flipV="1">
                <a:off x="7803735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4BB2B08B-10A8-5C2D-BA25-2B7BD3151318}"/>
                  </a:ext>
                </a:extLst>
              </p:cNvPr>
              <p:cNvSpPr/>
              <p:nvPr/>
            </p:nvSpPr>
            <p:spPr>
              <a:xfrm rot="5400000" flipH="1">
                <a:off x="8551879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27E9BCEE-B7FB-F3CB-5DB2-082E7B72D425}"/>
                  </a:ext>
                </a:extLst>
              </p:cNvPr>
              <p:cNvSpPr/>
              <p:nvPr/>
            </p:nvSpPr>
            <p:spPr>
              <a:xfrm rot="5400000" flipH="1">
                <a:off x="8177807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550D33C-DE3F-6822-CBE1-8351C4EE05EB}"/>
                  </a:ext>
                </a:extLst>
              </p:cNvPr>
              <p:cNvSpPr/>
              <p:nvPr/>
            </p:nvSpPr>
            <p:spPr>
              <a:xfrm rot="5400000" flipH="1">
                <a:off x="7803735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A9608F2E-1118-D8F1-9280-184D1635E72A}"/>
                  </a:ext>
                </a:extLst>
              </p:cNvPr>
              <p:cNvSpPr/>
              <p:nvPr/>
            </p:nvSpPr>
            <p:spPr>
              <a:xfrm rot="5400000" flipH="1">
                <a:off x="7429663" y="2911951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43" name="Groupe 42">
              <a:extLst>
                <a:ext uri="{FF2B5EF4-FFF2-40B4-BE49-F238E27FC236}">
                  <a16:creationId xmlns:a16="http://schemas.microsoft.com/office/drawing/2014/main" id="{A525813E-07EF-DC2B-0A94-EB6E926D3B9B}"/>
                </a:ext>
              </a:extLst>
            </p:cNvPr>
            <p:cNvGrpSpPr/>
            <p:nvPr/>
          </p:nvGrpSpPr>
          <p:grpSpPr>
            <a:xfrm flipH="1">
              <a:off x="2013876" y="3294488"/>
              <a:ext cx="1344323" cy="537729"/>
              <a:chOff x="7055591" y="2537879"/>
              <a:chExt cx="1870360" cy="748144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6B372FFF-0590-8F83-4EBC-5B93A05F5F84}"/>
                  </a:ext>
                </a:extLst>
              </p:cNvPr>
              <p:cNvSpPr/>
              <p:nvPr/>
            </p:nvSpPr>
            <p:spPr>
              <a:xfrm rot="5400000" flipH="1" flipV="1">
                <a:off x="7055591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D0BCF94-A925-E194-5323-55A339ED5100}"/>
                  </a:ext>
                </a:extLst>
              </p:cNvPr>
              <p:cNvSpPr/>
              <p:nvPr/>
            </p:nvSpPr>
            <p:spPr>
              <a:xfrm rot="5400000" flipH="1" flipV="1">
                <a:off x="7429663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0A918219-911A-F81C-BE24-FBC3BEEA73BC}"/>
                  </a:ext>
                </a:extLst>
              </p:cNvPr>
              <p:cNvSpPr/>
              <p:nvPr/>
            </p:nvSpPr>
            <p:spPr>
              <a:xfrm rot="5400000" flipH="1" flipV="1">
                <a:off x="7803735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988B7F2-B488-6FF4-F0FA-C3BD667442B2}"/>
                  </a:ext>
                </a:extLst>
              </p:cNvPr>
              <p:cNvSpPr/>
              <p:nvPr/>
            </p:nvSpPr>
            <p:spPr>
              <a:xfrm rot="5400000" flipH="1">
                <a:off x="8551879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63D4013F-7A4E-63FE-1511-D994EF9977A7}"/>
                  </a:ext>
                </a:extLst>
              </p:cNvPr>
              <p:cNvSpPr/>
              <p:nvPr/>
            </p:nvSpPr>
            <p:spPr>
              <a:xfrm rot="5400000" flipH="1">
                <a:off x="8177807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83432C2B-58FE-0DE7-D27D-41C0E51FADCF}"/>
                  </a:ext>
                </a:extLst>
              </p:cNvPr>
              <p:cNvSpPr/>
              <p:nvPr/>
            </p:nvSpPr>
            <p:spPr>
              <a:xfrm rot="5400000" flipH="1">
                <a:off x="7803735" y="2537879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C35A255-C24D-DB6A-71EB-7EB77D6E1EA8}"/>
                  </a:ext>
                </a:extLst>
              </p:cNvPr>
              <p:cNvSpPr/>
              <p:nvPr/>
            </p:nvSpPr>
            <p:spPr>
              <a:xfrm rot="5400000" flipH="1">
                <a:off x="7429663" y="2911951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991F4194-8BBD-6844-7AB7-414163EB49E5}"/>
                </a:ext>
              </a:extLst>
            </p:cNvPr>
            <p:cNvGrpSpPr/>
            <p:nvPr/>
          </p:nvGrpSpPr>
          <p:grpSpPr>
            <a:xfrm>
              <a:off x="2517023" y="1968188"/>
              <a:ext cx="537729" cy="268865"/>
              <a:chOff x="2192483" y="3632136"/>
              <a:chExt cx="748144" cy="374072"/>
            </a:xfrm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0D1889E0-E823-8520-23CB-79C11FD4DC02}"/>
                  </a:ext>
                </a:extLst>
              </p:cNvPr>
              <p:cNvSpPr/>
              <p:nvPr/>
            </p:nvSpPr>
            <p:spPr>
              <a:xfrm flipH="1">
                <a:off x="2192483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5" name="Rectangle 54">
                <a:extLst>
                  <a:ext uri="{FF2B5EF4-FFF2-40B4-BE49-F238E27FC236}">
                    <a16:creationId xmlns:a16="http://schemas.microsoft.com/office/drawing/2014/main" id="{43EA1DE3-0D37-445E-135A-881FDAAF9AA3}"/>
                  </a:ext>
                </a:extLst>
              </p:cNvPr>
              <p:cNvSpPr/>
              <p:nvPr/>
            </p:nvSpPr>
            <p:spPr>
              <a:xfrm flipH="1">
                <a:off x="2566555" y="363213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ADB154C7-9EF7-88A4-BC44-A95CB4A02522}"/>
                </a:ext>
              </a:extLst>
            </p:cNvPr>
            <p:cNvGrpSpPr/>
            <p:nvPr/>
          </p:nvGrpSpPr>
          <p:grpSpPr>
            <a:xfrm rot="10800000">
              <a:off x="1118954" y="1477081"/>
              <a:ext cx="1075459" cy="268865"/>
              <a:chOff x="3267983" y="4399332"/>
              <a:chExt cx="1496288" cy="374072"/>
            </a:xfrm>
          </p:grpSpPr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930231F1-57FB-0CF3-AB19-C1DCC1FA5FB5}"/>
                  </a:ext>
                </a:extLst>
              </p:cNvPr>
              <p:cNvSpPr/>
              <p:nvPr/>
            </p:nvSpPr>
            <p:spPr>
              <a:xfrm rot="16200000" flipV="1">
                <a:off x="4390199" y="4399332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2AB5B1E5-98C8-5E81-181E-7CEFF7B986C2}"/>
                  </a:ext>
                </a:extLst>
              </p:cNvPr>
              <p:cNvSpPr/>
              <p:nvPr/>
            </p:nvSpPr>
            <p:spPr>
              <a:xfrm rot="16200000" flipV="1">
                <a:off x="4016127" y="4399332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5B39BDD0-6434-B077-279E-6E49A7188129}"/>
                  </a:ext>
                </a:extLst>
              </p:cNvPr>
              <p:cNvSpPr/>
              <p:nvPr/>
            </p:nvSpPr>
            <p:spPr>
              <a:xfrm rot="16200000">
                <a:off x="3267983" y="4399332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B44A3339-E94E-90C8-9564-7B8A9625BE85}"/>
                  </a:ext>
                </a:extLst>
              </p:cNvPr>
              <p:cNvSpPr/>
              <p:nvPr/>
            </p:nvSpPr>
            <p:spPr>
              <a:xfrm rot="16200000">
                <a:off x="3642055" y="4399332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11F76A20-EFE7-BA57-EC15-F1371FF7DB9A}"/>
                  </a:ext>
                </a:extLst>
              </p:cNvPr>
              <p:cNvSpPr/>
              <p:nvPr/>
            </p:nvSpPr>
            <p:spPr>
              <a:xfrm rot="16200000">
                <a:off x="4016127" y="4399332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73" name="Groupe 72">
              <a:extLst>
                <a:ext uri="{FF2B5EF4-FFF2-40B4-BE49-F238E27FC236}">
                  <a16:creationId xmlns:a16="http://schemas.microsoft.com/office/drawing/2014/main" id="{FB55485F-6151-5B47-A6A6-523A6D5EAAD0}"/>
                </a:ext>
              </a:extLst>
            </p:cNvPr>
            <p:cNvGrpSpPr/>
            <p:nvPr/>
          </p:nvGrpSpPr>
          <p:grpSpPr>
            <a:xfrm>
              <a:off x="1478764" y="3697785"/>
              <a:ext cx="806594" cy="268865"/>
              <a:chOff x="6432135" y="4506186"/>
              <a:chExt cx="1122216" cy="374072"/>
            </a:xfrm>
          </p:grpSpPr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8B67385-9F33-A2AF-E1D0-4654943098A0}"/>
                  </a:ext>
                </a:extLst>
              </p:cNvPr>
              <p:cNvSpPr/>
              <p:nvPr/>
            </p:nvSpPr>
            <p:spPr>
              <a:xfrm rot="16200000" flipV="1">
                <a:off x="7180279" y="450618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2E32149D-393F-D535-4D8E-61993E78304F}"/>
                  </a:ext>
                </a:extLst>
              </p:cNvPr>
              <p:cNvSpPr/>
              <p:nvPr/>
            </p:nvSpPr>
            <p:spPr>
              <a:xfrm rot="16200000">
                <a:off x="6432135" y="450618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70BB10DD-A9ED-BCFB-1170-F3FD096766B2}"/>
                  </a:ext>
                </a:extLst>
              </p:cNvPr>
              <p:cNvSpPr/>
              <p:nvPr/>
            </p:nvSpPr>
            <p:spPr>
              <a:xfrm rot="16200000">
                <a:off x="6806207" y="450618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D8AD9315-E8F0-D28D-F1D7-5D85B7F1AE83}"/>
                  </a:ext>
                </a:extLst>
              </p:cNvPr>
              <p:cNvSpPr/>
              <p:nvPr/>
            </p:nvSpPr>
            <p:spPr>
              <a:xfrm rot="16200000">
                <a:off x="7180279" y="4506186"/>
                <a:ext cx="374072" cy="374072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  <p:grpSp>
          <p:nvGrpSpPr>
            <p:cNvPr id="98" name="Groupe 97">
              <a:extLst>
                <a:ext uri="{FF2B5EF4-FFF2-40B4-BE49-F238E27FC236}">
                  <a16:creationId xmlns:a16="http://schemas.microsoft.com/office/drawing/2014/main" id="{15AE23B7-3E35-1453-7344-97FFC19F5514}"/>
                </a:ext>
              </a:extLst>
            </p:cNvPr>
            <p:cNvGrpSpPr/>
            <p:nvPr/>
          </p:nvGrpSpPr>
          <p:grpSpPr>
            <a:xfrm>
              <a:off x="3427840" y="3563351"/>
              <a:ext cx="806594" cy="531153"/>
              <a:chOff x="458933" y="2547029"/>
              <a:chExt cx="1122216" cy="738994"/>
            </a:xfrm>
          </p:grpSpPr>
          <p:grpSp>
            <p:nvGrpSpPr>
              <p:cNvPr id="92" name="Groupe 91">
                <a:extLst>
                  <a:ext uri="{FF2B5EF4-FFF2-40B4-BE49-F238E27FC236}">
                    <a16:creationId xmlns:a16="http://schemas.microsoft.com/office/drawing/2014/main" id="{151EDAEC-CACF-9147-ECF3-0575A86D6024}"/>
                  </a:ext>
                </a:extLst>
              </p:cNvPr>
              <p:cNvGrpSpPr/>
              <p:nvPr/>
            </p:nvGrpSpPr>
            <p:grpSpPr>
              <a:xfrm>
                <a:off x="458933" y="2547029"/>
                <a:ext cx="748144" cy="374072"/>
                <a:chOff x="2192483" y="3632136"/>
                <a:chExt cx="748144" cy="374072"/>
              </a:xfrm>
            </p:grpSpPr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FD88E755-0135-079A-B2F7-11B75E752D81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6492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2C1F1A86-908B-4B16-65E6-1BF3601121AC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95" name="Groupe 94">
                <a:extLst>
                  <a:ext uri="{FF2B5EF4-FFF2-40B4-BE49-F238E27FC236}">
                    <a16:creationId xmlns:a16="http://schemas.microsoft.com/office/drawing/2014/main" id="{2C0B3EE2-7AEF-5599-35D3-7CEA98293074}"/>
                  </a:ext>
                </a:extLst>
              </p:cNvPr>
              <p:cNvGrpSpPr/>
              <p:nvPr/>
            </p:nvGrpSpPr>
            <p:grpSpPr>
              <a:xfrm>
                <a:off x="833005" y="2911951"/>
                <a:ext cx="748144" cy="374072"/>
                <a:chOff x="2192483" y="3632136"/>
                <a:chExt cx="748144" cy="374072"/>
              </a:xfrm>
            </p:grpSpPr>
            <p:sp>
              <p:nvSpPr>
                <p:cNvPr id="96" name="Rectangle 95">
                  <a:extLst>
                    <a:ext uri="{FF2B5EF4-FFF2-40B4-BE49-F238E27FC236}">
                      <a16:creationId xmlns:a16="http://schemas.microsoft.com/office/drawing/2014/main" id="{17949AA8-87A8-5BBC-BD5D-625D3C80ACC2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92DB79B0-0926-BCDD-8D2E-2628735003F5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solidFill>
                  <a:schemeClr val="accent4">
                    <a:lumMod val="7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17" name="Groupe 116">
              <a:extLst>
                <a:ext uri="{FF2B5EF4-FFF2-40B4-BE49-F238E27FC236}">
                  <a16:creationId xmlns:a16="http://schemas.microsoft.com/office/drawing/2014/main" id="{A01131EA-1907-5F36-9448-F6651B7F6258}"/>
                </a:ext>
              </a:extLst>
            </p:cNvPr>
            <p:cNvGrpSpPr/>
            <p:nvPr/>
          </p:nvGrpSpPr>
          <p:grpSpPr>
            <a:xfrm rot="5400000">
              <a:off x="117044" y="3200042"/>
              <a:ext cx="1350323" cy="810195"/>
              <a:chOff x="2768594" y="3900175"/>
              <a:chExt cx="1870360" cy="1122218"/>
            </a:xfrm>
          </p:grpSpPr>
          <p:grpSp>
            <p:nvGrpSpPr>
              <p:cNvPr id="118" name="Groupe 117">
                <a:extLst>
                  <a:ext uri="{FF2B5EF4-FFF2-40B4-BE49-F238E27FC236}">
                    <a16:creationId xmlns:a16="http://schemas.microsoft.com/office/drawing/2014/main" id="{C00C1FE2-029F-0AF5-9F76-885092DA2553}"/>
                  </a:ext>
                </a:extLst>
              </p:cNvPr>
              <p:cNvGrpSpPr/>
              <p:nvPr/>
            </p:nvGrpSpPr>
            <p:grpSpPr>
              <a:xfrm>
                <a:off x="2768594" y="4648321"/>
                <a:ext cx="1870360" cy="374072"/>
                <a:chOff x="3267983" y="4399332"/>
                <a:chExt cx="1870360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98599F6B-DEB6-FB45-5935-BE8A1B042DE5}"/>
                    </a:ext>
                  </a:extLst>
                </p:cNvPr>
                <p:cNvSpPr/>
                <p:nvPr/>
              </p:nvSpPr>
              <p:spPr>
                <a:xfrm rot="16200000" flipV="1">
                  <a:off x="4764271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4" name="Rectangle 133">
                  <a:extLst>
                    <a:ext uri="{FF2B5EF4-FFF2-40B4-BE49-F238E27FC236}">
                      <a16:creationId xmlns:a16="http://schemas.microsoft.com/office/drawing/2014/main" id="{92B9D362-D1ED-64B1-24DD-A7599E340E86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79E5ADBF-C98D-3CF3-A8BD-F491B7D817D8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6" name="Rectangle 135">
                  <a:extLst>
                    <a:ext uri="{FF2B5EF4-FFF2-40B4-BE49-F238E27FC236}">
                      <a16:creationId xmlns:a16="http://schemas.microsoft.com/office/drawing/2014/main" id="{3E389A8B-2776-C2B0-64FD-4D064EB91F54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C8ABD849-B50D-422A-571F-3AAA02FE47C2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8" name="Rectangle 137">
                  <a:extLst>
                    <a:ext uri="{FF2B5EF4-FFF2-40B4-BE49-F238E27FC236}">
                      <a16:creationId xmlns:a16="http://schemas.microsoft.com/office/drawing/2014/main" id="{6224287C-452A-7474-9433-78B1337E0BB8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19" name="Groupe 118">
                <a:extLst>
                  <a:ext uri="{FF2B5EF4-FFF2-40B4-BE49-F238E27FC236}">
                    <a16:creationId xmlns:a16="http://schemas.microsoft.com/office/drawing/2014/main" id="{43AC2281-865D-A914-62B3-3FCA1A3AB767}"/>
                  </a:ext>
                </a:extLst>
              </p:cNvPr>
              <p:cNvGrpSpPr/>
              <p:nvPr/>
            </p:nvGrpSpPr>
            <p:grpSpPr>
              <a:xfrm>
                <a:off x="2768594" y="4274249"/>
                <a:ext cx="1870360" cy="374072"/>
                <a:chOff x="3267983" y="4399332"/>
                <a:chExt cx="1870360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CEBFC67A-5423-A3C9-2429-492C98FFA2E4}"/>
                    </a:ext>
                  </a:extLst>
                </p:cNvPr>
                <p:cNvSpPr/>
                <p:nvPr/>
              </p:nvSpPr>
              <p:spPr>
                <a:xfrm rot="16200000" flipV="1">
                  <a:off x="4764271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8" name="Rectangle 127">
                  <a:extLst>
                    <a:ext uri="{FF2B5EF4-FFF2-40B4-BE49-F238E27FC236}">
                      <a16:creationId xmlns:a16="http://schemas.microsoft.com/office/drawing/2014/main" id="{C0641A86-0195-CF4D-3199-843CFA8EB490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6E527DD8-4235-4774-ED06-38E261A21B5D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0" name="Rectangle 129">
                  <a:extLst>
                    <a:ext uri="{FF2B5EF4-FFF2-40B4-BE49-F238E27FC236}">
                      <a16:creationId xmlns:a16="http://schemas.microsoft.com/office/drawing/2014/main" id="{2723BE73-D1A1-B16B-B066-641361FD5722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2AEE2131-ADC6-5D52-5F0F-39A461302D17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32" name="Rectangle 131">
                  <a:extLst>
                    <a:ext uri="{FF2B5EF4-FFF2-40B4-BE49-F238E27FC236}">
                      <a16:creationId xmlns:a16="http://schemas.microsoft.com/office/drawing/2014/main" id="{56A05F0B-FFC0-5FFB-BB60-FDF8FBFD8956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20" name="Groupe 119">
                <a:extLst>
                  <a:ext uri="{FF2B5EF4-FFF2-40B4-BE49-F238E27FC236}">
                    <a16:creationId xmlns:a16="http://schemas.microsoft.com/office/drawing/2014/main" id="{7481066C-94DB-FDF5-58C0-AD81AC791A58}"/>
                  </a:ext>
                </a:extLst>
              </p:cNvPr>
              <p:cNvGrpSpPr/>
              <p:nvPr/>
            </p:nvGrpSpPr>
            <p:grpSpPr>
              <a:xfrm>
                <a:off x="2768594" y="3900175"/>
                <a:ext cx="1870360" cy="374072"/>
                <a:chOff x="3267983" y="4399332"/>
                <a:chExt cx="1870360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3BE6E087-C386-FFC8-8C32-4E66E0FC53F9}"/>
                    </a:ext>
                  </a:extLst>
                </p:cNvPr>
                <p:cNvSpPr/>
                <p:nvPr/>
              </p:nvSpPr>
              <p:spPr>
                <a:xfrm rot="16200000" flipV="1">
                  <a:off x="4764271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F6CFCBF0-4EC1-62E9-C461-F349E0116239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28059457-DE28-1972-B6D3-6E45202FBAE8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4" name="Rectangle 123">
                  <a:extLst>
                    <a:ext uri="{FF2B5EF4-FFF2-40B4-BE49-F238E27FC236}">
                      <a16:creationId xmlns:a16="http://schemas.microsoft.com/office/drawing/2014/main" id="{BCAC9AC0-B25C-BAB5-1E9F-EA67F54D92B4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028E8198-7A56-D1C3-F7AF-41CA667884B9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26" name="Rectangle 125">
                  <a:extLst>
                    <a:ext uri="{FF2B5EF4-FFF2-40B4-BE49-F238E27FC236}">
                      <a16:creationId xmlns:a16="http://schemas.microsoft.com/office/drawing/2014/main" id="{059B7DFE-19EC-2E53-480C-7C35EB71343D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39" name="Groupe 138">
              <a:extLst>
                <a:ext uri="{FF2B5EF4-FFF2-40B4-BE49-F238E27FC236}">
                  <a16:creationId xmlns:a16="http://schemas.microsoft.com/office/drawing/2014/main" id="{5929CC40-CC1D-8CA9-1845-38036260B754}"/>
                </a:ext>
              </a:extLst>
            </p:cNvPr>
            <p:cNvGrpSpPr/>
            <p:nvPr/>
          </p:nvGrpSpPr>
          <p:grpSpPr>
            <a:xfrm rot="5400000">
              <a:off x="3406731" y="5251204"/>
              <a:ext cx="1350323" cy="540131"/>
              <a:chOff x="3691461" y="1690374"/>
              <a:chExt cx="1870360" cy="748146"/>
            </a:xfrm>
          </p:grpSpPr>
          <p:grpSp>
            <p:nvGrpSpPr>
              <p:cNvPr id="140" name="Groupe 139">
                <a:extLst>
                  <a:ext uri="{FF2B5EF4-FFF2-40B4-BE49-F238E27FC236}">
                    <a16:creationId xmlns:a16="http://schemas.microsoft.com/office/drawing/2014/main" id="{7801845B-1A15-35FF-B1C3-76E2B0B1AC03}"/>
                  </a:ext>
                </a:extLst>
              </p:cNvPr>
              <p:cNvGrpSpPr/>
              <p:nvPr/>
            </p:nvGrpSpPr>
            <p:grpSpPr>
              <a:xfrm>
                <a:off x="3691461" y="2064448"/>
                <a:ext cx="1870360" cy="374072"/>
                <a:chOff x="3267983" y="4399332"/>
                <a:chExt cx="1870360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44" name="Rectangle 143">
                  <a:extLst>
                    <a:ext uri="{FF2B5EF4-FFF2-40B4-BE49-F238E27FC236}">
                      <a16:creationId xmlns:a16="http://schemas.microsoft.com/office/drawing/2014/main" id="{F86757F0-839A-0F0D-6CA1-7BEB4F7C2695}"/>
                    </a:ext>
                  </a:extLst>
                </p:cNvPr>
                <p:cNvSpPr/>
                <p:nvPr/>
              </p:nvSpPr>
              <p:spPr>
                <a:xfrm rot="16200000" flipV="1">
                  <a:off x="4764271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56664B2C-12E6-6FB5-C154-1D6F9BE9E392}"/>
                    </a:ext>
                  </a:extLst>
                </p:cNvPr>
                <p:cNvSpPr/>
                <p:nvPr/>
              </p:nvSpPr>
              <p:spPr>
                <a:xfrm rot="16200000" flipV="1">
                  <a:off x="4390199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6" name="Rectangle 145">
                  <a:extLst>
                    <a:ext uri="{FF2B5EF4-FFF2-40B4-BE49-F238E27FC236}">
                      <a16:creationId xmlns:a16="http://schemas.microsoft.com/office/drawing/2014/main" id="{770CE75F-71AC-76F3-F43F-D1482C320523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5AF0AD1A-43EC-8584-0EDC-5703017C5384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8" name="Rectangle 147">
                  <a:extLst>
                    <a:ext uri="{FF2B5EF4-FFF2-40B4-BE49-F238E27FC236}">
                      <a16:creationId xmlns:a16="http://schemas.microsoft.com/office/drawing/2014/main" id="{A731F301-F75C-D912-1860-CA99D479BCCF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1BD75042-7070-D5DB-E5C8-52F04D44F8D1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141" name="Groupe 140">
                <a:extLst>
                  <a:ext uri="{FF2B5EF4-FFF2-40B4-BE49-F238E27FC236}">
                    <a16:creationId xmlns:a16="http://schemas.microsoft.com/office/drawing/2014/main" id="{94CED8B6-E45B-3323-A153-8F9636EFD4E8}"/>
                  </a:ext>
                </a:extLst>
              </p:cNvPr>
              <p:cNvGrpSpPr/>
              <p:nvPr/>
            </p:nvGrpSpPr>
            <p:grpSpPr>
              <a:xfrm>
                <a:off x="3691461" y="1690374"/>
                <a:ext cx="1870360" cy="374072"/>
                <a:chOff x="3267983" y="4399332"/>
                <a:chExt cx="1870360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66D8F03C-4399-3167-8FF5-2523C9991912}"/>
                    </a:ext>
                  </a:extLst>
                </p:cNvPr>
                <p:cNvSpPr/>
                <p:nvPr/>
              </p:nvSpPr>
              <p:spPr>
                <a:xfrm rot="16200000" flipV="1">
                  <a:off x="4764271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50CC6B1A-2CD8-3BFF-BED2-43EA88F928F3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50" name="Groupe 149">
              <a:extLst>
                <a:ext uri="{FF2B5EF4-FFF2-40B4-BE49-F238E27FC236}">
                  <a16:creationId xmlns:a16="http://schemas.microsoft.com/office/drawing/2014/main" id="{F1966432-495A-CE26-AAF5-9D706B25FAD5}"/>
                </a:ext>
              </a:extLst>
            </p:cNvPr>
            <p:cNvGrpSpPr/>
            <p:nvPr/>
          </p:nvGrpSpPr>
          <p:grpSpPr>
            <a:xfrm>
              <a:off x="1339915" y="4441010"/>
              <a:ext cx="810192" cy="810195"/>
              <a:chOff x="2768594" y="3900175"/>
              <a:chExt cx="1122216" cy="1122218"/>
            </a:xfrm>
          </p:grpSpPr>
          <p:grpSp>
            <p:nvGrpSpPr>
              <p:cNvPr id="151" name="Groupe 150">
                <a:extLst>
                  <a:ext uri="{FF2B5EF4-FFF2-40B4-BE49-F238E27FC236}">
                    <a16:creationId xmlns:a16="http://schemas.microsoft.com/office/drawing/2014/main" id="{89F26494-88E2-BA5D-EAD1-95A2D0564626}"/>
                  </a:ext>
                </a:extLst>
              </p:cNvPr>
              <p:cNvGrpSpPr/>
              <p:nvPr/>
            </p:nvGrpSpPr>
            <p:grpSpPr>
              <a:xfrm>
                <a:off x="2768594" y="4648321"/>
                <a:ext cx="1122216" cy="374072"/>
                <a:chOff x="3267983" y="4399332"/>
                <a:chExt cx="1122216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62" name="Rectangle 161">
                  <a:extLst>
                    <a:ext uri="{FF2B5EF4-FFF2-40B4-BE49-F238E27FC236}">
                      <a16:creationId xmlns:a16="http://schemas.microsoft.com/office/drawing/2014/main" id="{DB6C5F21-597E-2742-8B47-15E5FB9AB2CD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3" name="Rectangle 162">
                  <a:extLst>
                    <a:ext uri="{FF2B5EF4-FFF2-40B4-BE49-F238E27FC236}">
                      <a16:creationId xmlns:a16="http://schemas.microsoft.com/office/drawing/2014/main" id="{CBBA86C6-3FBF-6346-0F88-80573D442996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4" name="Rectangle 163">
                  <a:extLst>
                    <a:ext uri="{FF2B5EF4-FFF2-40B4-BE49-F238E27FC236}">
                      <a16:creationId xmlns:a16="http://schemas.microsoft.com/office/drawing/2014/main" id="{DF684413-7A21-C176-E8E1-D6B077B3D021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5" name="Rectangle 164">
                  <a:extLst>
                    <a:ext uri="{FF2B5EF4-FFF2-40B4-BE49-F238E27FC236}">
                      <a16:creationId xmlns:a16="http://schemas.microsoft.com/office/drawing/2014/main" id="{E25C28A5-AE48-C864-178E-5BD603D89CEE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2" name="Groupe 151">
                <a:extLst>
                  <a:ext uri="{FF2B5EF4-FFF2-40B4-BE49-F238E27FC236}">
                    <a16:creationId xmlns:a16="http://schemas.microsoft.com/office/drawing/2014/main" id="{6414BBA7-F6C5-60B8-E857-387150CC41B3}"/>
                  </a:ext>
                </a:extLst>
              </p:cNvPr>
              <p:cNvGrpSpPr/>
              <p:nvPr/>
            </p:nvGrpSpPr>
            <p:grpSpPr>
              <a:xfrm>
                <a:off x="2768594" y="4274249"/>
                <a:ext cx="1122216" cy="374072"/>
                <a:chOff x="3267983" y="4399332"/>
                <a:chExt cx="1122216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58" name="Rectangle 157">
                  <a:extLst>
                    <a:ext uri="{FF2B5EF4-FFF2-40B4-BE49-F238E27FC236}">
                      <a16:creationId xmlns:a16="http://schemas.microsoft.com/office/drawing/2014/main" id="{EB1ABAEC-412F-27C9-4DA1-BDB3D3F7F46E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9" name="Rectangle 158">
                  <a:extLst>
                    <a:ext uri="{FF2B5EF4-FFF2-40B4-BE49-F238E27FC236}">
                      <a16:creationId xmlns:a16="http://schemas.microsoft.com/office/drawing/2014/main" id="{674A200C-C362-2E9A-5095-27A5F40892D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0" name="Rectangle 159">
                  <a:extLst>
                    <a:ext uri="{FF2B5EF4-FFF2-40B4-BE49-F238E27FC236}">
                      <a16:creationId xmlns:a16="http://schemas.microsoft.com/office/drawing/2014/main" id="{9A2EF8A0-9466-97CF-744D-40BF4EBCBE45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61" name="Rectangle 160">
                  <a:extLst>
                    <a:ext uri="{FF2B5EF4-FFF2-40B4-BE49-F238E27FC236}">
                      <a16:creationId xmlns:a16="http://schemas.microsoft.com/office/drawing/2014/main" id="{022DD277-28FF-37DB-D53B-74E7C4E65ED5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53" name="Groupe 152">
                <a:extLst>
                  <a:ext uri="{FF2B5EF4-FFF2-40B4-BE49-F238E27FC236}">
                    <a16:creationId xmlns:a16="http://schemas.microsoft.com/office/drawing/2014/main" id="{F7BA799D-1F2A-F4CC-DB26-4BE4F33FE32D}"/>
                  </a:ext>
                </a:extLst>
              </p:cNvPr>
              <p:cNvGrpSpPr/>
              <p:nvPr/>
            </p:nvGrpSpPr>
            <p:grpSpPr>
              <a:xfrm>
                <a:off x="2768594" y="3900175"/>
                <a:ext cx="1122216" cy="374072"/>
                <a:chOff x="3267983" y="4399332"/>
                <a:chExt cx="1122216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54" name="Rectangle 153">
                  <a:extLst>
                    <a:ext uri="{FF2B5EF4-FFF2-40B4-BE49-F238E27FC236}">
                      <a16:creationId xmlns:a16="http://schemas.microsoft.com/office/drawing/2014/main" id="{2A19E2D0-D469-D28D-F180-8FF66C3F81FA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3716D145-F047-E259-2889-6EFCF0AD58AD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6" name="Rectangle 155">
                  <a:extLst>
                    <a:ext uri="{FF2B5EF4-FFF2-40B4-BE49-F238E27FC236}">
                      <a16:creationId xmlns:a16="http://schemas.microsoft.com/office/drawing/2014/main" id="{A5C2DECF-EF7E-D20A-B5F2-2AF634322EA7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227296F9-4750-0A8F-AF6D-AB0B4911A734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sp>
          <p:nvSpPr>
            <p:cNvPr id="166" name="Rectangle 165">
              <a:extLst>
                <a:ext uri="{FF2B5EF4-FFF2-40B4-BE49-F238E27FC236}">
                  <a16:creationId xmlns:a16="http://schemas.microsoft.com/office/drawing/2014/main" id="{44A8B8B4-D473-7939-A165-B4C246DAAC39}"/>
                </a:ext>
              </a:extLst>
            </p:cNvPr>
            <p:cNvSpPr/>
            <p:nvPr/>
          </p:nvSpPr>
          <p:spPr>
            <a:xfrm rot="16200000">
              <a:off x="4099402" y="4846109"/>
              <a:ext cx="270064" cy="27006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67" name="Groupe 166">
              <a:extLst>
                <a:ext uri="{FF2B5EF4-FFF2-40B4-BE49-F238E27FC236}">
                  <a16:creationId xmlns:a16="http://schemas.microsoft.com/office/drawing/2014/main" id="{0E78C43C-ADEB-08FC-F64C-AA1979F37DC7}"/>
                </a:ext>
              </a:extLst>
            </p:cNvPr>
            <p:cNvGrpSpPr/>
            <p:nvPr/>
          </p:nvGrpSpPr>
          <p:grpSpPr>
            <a:xfrm>
              <a:off x="2499887" y="3997662"/>
              <a:ext cx="810195" cy="540131"/>
              <a:chOff x="3691461" y="1690374"/>
              <a:chExt cx="1122216" cy="748146"/>
            </a:xfrm>
          </p:grpSpPr>
          <p:grpSp>
            <p:nvGrpSpPr>
              <p:cNvPr id="168" name="Groupe 167">
                <a:extLst>
                  <a:ext uri="{FF2B5EF4-FFF2-40B4-BE49-F238E27FC236}">
                    <a16:creationId xmlns:a16="http://schemas.microsoft.com/office/drawing/2014/main" id="{31F04A06-2A1A-59B1-4270-4C89F89615D3}"/>
                  </a:ext>
                </a:extLst>
              </p:cNvPr>
              <p:cNvGrpSpPr/>
              <p:nvPr/>
            </p:nvGrpSpPr>
            <p:grpSpPr>
              <a:xfrm>
                <a:off x="3691461" y="2064448"/>
                <a:ext cx="1122216" cy="374072"/>
                <a:chOff x="3267983" y="4399332"/>
                <a:chExt cx="1122216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72" name="Rectangle 171">
                  <a:extLst>
                    <a:ext uri="{FF2B5EF4-FFF2-40B4-BE49-F238E27FC236}">
                      <a16:creationId xmlns:a16="http://schemas.microsoft.com/office/drawing/2014/main" id="{1DE0C75C-2DD5-2D6D-762A-69D326683533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3" name="Rectangle 172">
                  <a:extLst>
                    <a:ext uri="{FF2B5EF4-FFF2-40B4-BE49-F238E27FC236}">
                      <a16:creationId xmlns:a16="http://schemas.microsoft.com/office/drawing/2014/main" id="{9CAB7B24-E312-96B8-346D-8EEED4FE9AE7}"/>
                    </a:ext>
                  </a:extLst>
                </p:cNvPr>
                <p:cNvSpPr/>
                <p:nvPr/>
              </p:nvSpPr>
              <p:spPr>
                <a:xfrm rot="16200000" flipV="1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4" name="Rectangle 173">
                  <a:extLst>
                    <a:ext uri="{FF2B5EF4-FFF2-40B4-BE49-F238E27FC236}">
                      <a16:creationId xmlns:a16="http://schemas.microsoft.com/office/drawing/2014/main" id="{3D83D433-35AD-0380-D765-7D7EBF26C76E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5" name="Rectangle 174">
                  <a:extLst>
                    <a:ext uri="{FF2B5EF4-FFF2-40B4-BE49-F238E27FC236}">
                      <a16:creationId xmlns:a16="http://schemas.microsoft.com/office/drawing/2014/main" id="{DB808CDF-510D-5F97-9140-6A9253C52FC8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6" name="Rectangle 175">
                  <a:extLst>
                    <a:ext uri="{FF2B5EF4-FFF2-40B4-BE49-F238E27FC236}">
                      <a16:creationId xmlns:a16="http://schemas.microsoft.com/office/drawing/2014/main" id="{5608F630-3209-7F87-F515-99AFE8C7E47C}"/>
                    </a:ext>
                  </a:extLst>
                </p:cNvPr>
                <p:cNvSpPr/>
                <p:nvPr/>
              </p:nvSpPr>
              <p:spPr>
                <a:xfrm rot="16200000">
                  <a:off x="3642055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7" name="Rectangle 176">
                  <a:extLst>
                    <a:ext uri="{FF2B5EF4-FFF2-40B4-BE49-F238E27FC236}">
                      <a16:creationId xmlns:a16="http://schemas.microsoft.com/office/drawing/2014/main" id="{25E245AA-8D7C-C5F9-03BC-F0C8145E41C6}"/>
                    </a:ext>
                  </a:extLst>
                </p:cNvPr>
                <p:cNvSpPr/>
                <p:nvPr/>
              </p:nvSpPr>
              <p:spPr>
                <a:xfrm rot="16200000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169" name="Groupe 168">
                <a:extLst>
                  <a:ext uri="{FF2B5EF4-FFF2-40B4-BE49-F238E27FC236}">
                    <a16:creationId xmlns:a16="http://schemas.microsoft.com/office/drawing/2014/main" id="{3F6CB575-4BC1-5E4A-E59C-8E88019354CD}"/>
                  </a:ext>
                </a:extLst>
              </p:cNvPr>
              <p:cNvGrpSpPr/>
              <p:nvPr/>
            </p:nvGrpSpPr>
            <p:grpSpPr>
              <a:xfrm>
                <a:off x="3691461" y="1690374"/>
                <a:ext cx="1122216" cy="374072"/>
                <a:chOff x="3267983" y="4399332"/>
                <a:chExt cx="1122216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170" name="Rectangle 169">
                  <a:extLst>
                    <a:ext uri="{FF2B5EF4-FFF2-40B4-BE49-F238E27FC236}">
                      <a16:creationId xmlns:a16="http://schemas.microsoft.com/office/drawing/2014/main" id="{E730807A-52F5-1380-38AF-543D3380DCF7}"/>
                    </a:ext>
                  </a:extLst>
                </p:cNvPr>
                <p:cNvSpPr/>
                <p:nvPr/>
              </p:nvSpPr>
              <p:spPr>
                <a:xfrm rot="16200000" flipV="1">
                  <a:off x="4016127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171" name="Rectangle 170">
                  <a:extLst>
                    <a:ext uri="{FF2B5EF4-FFF2-40B4-BE49-F238E27FC236}">
                      <a16:creationId xmlns:a16="http://schemas.microsoft.com/office/drawing/2014/main" id="{C54714D3-8227-FAD2-1BB4-CA7DED716DE1}"/>
                    </a:ext>
                  </a:extLst>
                </p:cNvPr>
                <p:cNvSpPr/>
                <p:nvPr/>
              </p:nvSpPr>
              <p:spPr>
                <a:xfrm rot="16200000">
                  <a:off x="3267983" y="4399332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  <p:grpSp>
          <p:nvGrpSpPr>
            <p:cNvPr id="194" name="Groupe 193">
              <a:extLst>
                <a:ext uri="{FF2B5EF4-FFF2-40B4-BE49-F238E27FC236}">
                  <a16:creationId xmlns:a16="http://schemas.microsoft.com/office/drawing/2014/main" id="{DDEA8B62-3E58-5F1D-41ED-2FE930A00885}"/>
                </a:ext>
              </a:extLst>
            </p:cNvPr>
            <p:cNvGrpSpPr/>
            <p:nvPr/>
          </p:nvGrpSpPr>
          <p:grpSpPr>
            <a:xfrm>
              <a:off x="1986347" y="4630881"/>
              <a:ext cx="1350321" cy="1620387"/>
              <a:chOff x="8344297" y="665907"/>
              <a:chExt cx="1870360" cy="2244436"/>
            </a:xfrm>
          </p:grpSpPr>
          <p:grpSp>
            <p:nvGrpSpPr>
              <p:cNvPr id="178" name="Groupe 177">
                <a:extLst>
                  <a:ext uri="{FF2B5EF4-FFF2-40B4-BE49-F238E27FC236}">
                    <a16:creationId xmlns:a16="http://schemas.microsoft.com/office/drawing/2014/main" id="{0E381383-F613-E1E7-4730-2B870783E544}"/>
                  </a:ext>
                </a:extLst>
              </p:cNvPr>
              <p:cNvGrpSpPr/>
              <p:nvPr/>
            </p:nvGrpSpPr>
            <p:grpSpPr>
              <a:xfrm>
                <a:off x="9092441" y="665907"/>
                <a:ext cx="1122216" cy="1122218"/>
                <a:chOff x="3516738" y="3900175"/>
                <a:chExt cx="1122216" cy="1122218"/>
              </a:xfrm>
            </p:grpSpPr>
            <p:grpSp>
              <p:nvGrpSpPr>
                <p:cNvPr id="202" name="Groupe 201">
                  <a:extLst>
                    <a:ext uri="{FF2B5EF4-FFF2-40B4-BE49-F238E27FC236}">
                      <a16:creationId xmlns:a16="http://schemas.microsoft.com/office/drawing/2014/main" id="{10467EB7-C58C-5F3E-2D14-2974E8FEA953}"/>
                    </a:ext>
                  </a:extLst>
                </p:cNvPr>
                <p:cNvGrpSpPr/>
                <p:nvPr/>
              </p:nvGrpSpPr>
              <p:grpSpPr>
                <a:xfrm>
                  <a:off x="3516738" y="4648321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13" name="Rectangle 212">
                    <a:extLst>
                      <a:ext uri="{FF2B5EF4-FFF2-40B4-BE49-F238E27FC236}">
                        <a16:creationId xmlns:a16="http://schemas.microsoft.com/office/drawing/2014/main" id="{9FA0F123-B77B-ACD8-5421-8FBF858A43C9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4" name="Rectangle 213">
                    <a:extLst>
                      <a:ext uri="{FF2B5EF4-FFF2-40B4-BE49-F238E27FC236}">
                        <a16:creationId xmlns:a16="http://schemas.microsoft.com/office/drawing/2014/main" id="{B8A6ADA7-68BA-B455-874E-25B64B5F6B4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5" name="Rectangle 214">
                    <a:extLst>
                      <a:ext uri="{FF2B5EF4-FFF2-40B4-BE49-F238E27FC236}">
                        <a16:creationId xmlns:a16="http://schemas.microsoft.com/office/drawing/2014/main" id="{FA3EDA10-040D-AB2A-BE19-D42592492A3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6" name="Rectangle 215">
                    <a:extLst>
                      <a:ext uri="{FF2B5EF4-FFF2-40B4-BE49-F238E27FC236}">
                        <a16:creationId xmlns:a16="http://schemas.microsoft.com/office/drawing/2014/main" id="{316C6619-864E-ABC0-35B9-D081B82392D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03" name="Groupe 202">
                  <a:extLst>
                    <a:ext uri="{FF2B5EF4-FFF2-40B4-BE49-F238E27FC236}">
                      <a16:creationId xmlns:a16="http://schemas.microsoft.com/office/drawing/2014/main" id="{39548A44-38C3-B549-7214-24AAEF4B3057}"/>
                    </a:ext>
                  </a:extLst>
                </p:cNvPr>
                <p:cNvGrpSpPr/>
                <p:nvPr/>
              </p:nvGrpSpPr>
              <p:grpSpPr>
                <a:xfrm>
                  <a:off x="3516738" y="4274249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09" name="Rectangle 208">
                    <a:extLst>
                      <a:ext uri="{FF2B5EF4-FFF2-40B4-BE49-F238E27FC236}">
                        <a16:creationId xmlns:a16="http://schemas.microsoft.com/office/drawing/2014/main" id="{1B57FC7E-2ED7-558B-3966-CD5D5B7E6C11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0" name="Rectangle 209">
                    <a:extLst>
                      <a:ext uri="{FF2B5EF4-FFF2-40B4-BE49-F238E27FC236}">
                        <a16:creationId xmlns:a16="http://schemas.microsoft.com/office/drawing/2014/main" id="{4D719B16-A857-D117-7DC3-3556DAA582C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1" name="Rectangle 210">
                    <a:extLst>
                      <a:ext uri="{FF2B5EF4-FFF2-40B4-BE49-F238E27FC236}">
                        <a16:creationId xmlns:a16="http://schemas.microsoft.com/office/drawing/2014/main" id="{A109411D-5AA6-9BFF-AA9D-EBA60725DCA0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12" name="Rectangle 211">
                    <a:extLst>
                      <a:ext uri="{FF2B5EF4-FFF2-40B4-BE49-F238E27FC236}">
                        <a16:creationId xmlns:a16="http://schemas.microsoft.com/office/drawing/2014/main" id="{B11C00D1-46B5-21BA-D698-5C957810F71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04" name="Groupe 203">
                  <a:extLst>
                    <a:ext uri="{FF2B5EF4-FFF2-40B4-BE49-F238E27FC236}">
                      <a16:creationId xmlns:a16="http://schemas.microsoft.com/office/drawing/2014/main" id="{19238F53-38FD-82E8-3F77-D5A83F0941D4}"/>
                    </a:ext>
                  </a:extLst>
                </p:cNvPr>
                <p:cNvGrpSpPr/>
                <p:nvPr/>
              </p:nvGrpSpPr>
              <p:grpSpPr>
                <a:xfrm>
                  <a:off x="3516738" y="3900175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05" name="Rectangle 204">
                    <a:extLst>
                      <a:ext uri="{FF2B5EF4-FFF2-40B4-BE49-F238E27FC236}">
                        <a16:creationId xmlns:a16="http://schemas.microsoft.com/office/drawing/2014/main" id="{02A36938-E2FC-03FE-34C1-6B3410F6DA1E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06" name="Rectangle 205">
                    <a:extLst>
                      <a:ext uri="{FF2B5EF4-FFF2-40B4-BE49-F238E27FC236}">
                        <a16:creationId xmlns:a16="http://schemas.microsoft.com/office/drawing/2014/main" id="{7B5AD3E3-47B8-CBCB-C18F-8F0E630F908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07" name="Rectangle 206">
                    <a:extLst>
                      <a:ext uri="{FF2B5EF4-FFF2-40B4-BE49-F238E27FC236}">
                        <a16:creationId xmlns:a16="http://schemas.microsoft.com/office/drawing/2014/main" id="{DBA31F1D-BC1B-F758-BA72-3DC79FA9D942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08" name="Rectangle 207">
                    <a:extLst>
                      <a:ext uri="{FF2B5EF4-FFF2-40B4-BE49-F238E27FC236}">
                        <a16:creationId xmlns:a16="http://schemas.microsoft.com/office/drawing/2014/main" id="{48C11E03-B826-6BAE-2FB5-0FAD2A9F8D6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179" name="Groupe 178">
                <a:extLst>
                  <a:ext uri="{FF2B5EF4-FFF2-40B4-BE49-F238E27FC236}">
                    <a16:creationId xmlns:a16="http://schemas.microsoft.com/office/drawing/2014/main" id="{085D4C65-E513-8791-A503-B0D148289199}"/>
                  </a:ext>
                </a:extLst>
              </p:cNvPr>
              <p:cNvGrpSpPr/>
              <p:nvPr/>
            </p:nvGrpSpPr>
            <p:grpSpPr>
              <a:xfrm>
                <a:off x="8344297" y="1788125"/>
                <a:ext cx="1870360" cy="1122218"/>
                <a:chOff x="2768594" y="3900175"/>
                <a:chExt cx="1870360" cy="1122218"/>
              </a:xfrm>
            </p:grpSpPr>
            <p:grpSp>
              <p:nvGrpSpPr>
                <p:cNvPr id="180" name="Groupe 179">
                  <a:extLst>
                    <a:ext uri="{FF2B5EF4-FFF2-40B4-BE49-F238E27FC236}">
                      <a16:creationId xmlns:a16="http://schemas.microsoft.com/office/drawing/2014/main" id="{910D4655-B48A-6AA5-41B6-9D2CE8C40A75}"/>
                    </a:ext>
                  </a:extLst>
                </p:cNvPr>
                <p:cNvGrpSpPr/>
                <p:nvPr/>
              </p:nvGrpSpPr>
              <p:grpSpPr>
                <a:xfrm>
                  <a:off x="2768594" y="4648321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96" name="Rectangle 195">
                    <a:extLst>
                      <a:ext uri="{FF2B5EF4-FFF2-40B4-BE49-F238E27FC236}">
                        <a16:creationId xmlns:a16="http://schemas.microsoft.com/office/drawing/2014/main" id="{610B5F07-D9F2-2C07-51A7-345C35A75ACA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7" name="Rectangle 196">
                    <a:extLst>
                      <a:ext uri="{FF2B5EF4-FFF2-40B4-BE49-F238E27FC236}">
                        <a16:creationId xmlns:a16="http://schemas.microsoft.com/office/drawing/2014/main" id="{00F2CA94-EBB7-4478-4800-3B9A5B97D7F6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8" name="Rectangle 197">
                    <a:extLst>
                      <a:ext uri="{FF2B5EF4-FFF2-40B4-BE49-F238E27FC236}">
                        <a16:creationId xmlns:a16="http://schemas.microsoft.com/office/drawing/2014/main" id="{9E08A7C9-1360-6FAA-38C2-F647D7BBDB99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9" name="Rectangle 198">
                    <a:extLst>
                      <a:ext uri="{FF2B5EF4-FFF2-40B4-BE49-F238E27FC236}">
                        <a16:creationId xmlns:a16="http://schemas.microsoft.com/office/drawing/2014/main" id="{17980E7C-8EB8-D178-6209-3F2BECF48AC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00" name="Rectangle 199">
                    <a:extLst>
                      <a:ext uri="{FF2B5EF4-FFF2-40B4-BE49-F238E27FC236}">
                        <a16:creationId xmlns:a16="http://schemas.microsoft.com/office/drawing/2014/main" id="{04E1D13F-D108-F384-FC21-E6EFF4CD5A7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01" name="Rectangle 200">
                    <a:extLst>
                      <a:ext uri="{FF2B5EF4-FFF2-40B4-BE49-F238E27FC236}">
                        <a16:creationId xmlns:a16="http://schemas.microsoft.com/office/drawing/2014/main" id="{C6ED483C-C7C0-0A60-0F6D-885747F16BD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81" name="Groupe 180">
                  <a:extLst>
                    <a:ext uri="{FF2B5EF4-FFF2-40B4-BE49-F238E27FC236}">
                      <a16:creationId xmlns:a16="http://schemas.microsoft.com/office/drawing/2014/main" id="{139E3AD6-C664-CC0D-CD9B-DD80EFC9D8D0}"/>
                    </a:ext>
                  </a:extLst>
                </p:cNvPr>
                <p:cNvGrpSpPr/>
                <p:nvPr/>
              </p:nvGrpSpPr>
              <p:grpSpPr>
                <a:xfrm>
                  <a:off x="2768594" y="4274249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89" name="Rectangle 188">
                    <a:extLst>
                      <a:ext uri="{FF2B5EF4-FFF2-40B4-BE49-F238E27FC236}">
                        <a16:creationId xmlns:a16="http://schemas.microsoft.com/office/drawing/2014/main" id="{9D8C27DA-A1A7-DE9F-2B21-7E435727FF01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0" name="Rectangle 189">
                    <a:extLst>
                      <a:ext uri="{FF2B5EF4-FFF2-40B4-BE49-F238E27FC236}">
                        <a16:creationId xmlns:a16="http://schemas.microsoft.com/office/drawing/2014/main" id="{187048DA-C462-6E2B-49EF-29C3A0B86B37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1" name="Rectangle 190">
                    <a:extLst>
                      <a:ext uri="{FF2B5EF4-FFF2-40B4-BE49-F238E27FC236}">
                        <a16:creationId xmlns:a16="http://schemas.microsoft.com/office/drawing/2014/main" id="{6B86604A-2F39-C592-0A6E-E9EB24EB822C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2" name="Rectangle 191">
                    <a:extLst>
                      <a:ext uri="{FF2B5EF4-FFF2-40B4-BE49-F238E27FC236}">
                        <a16:creationId xmlns:a16="http://schemas.microsoft.com/office/drawing/2014/main" id="{98C23D3E-BC72-202B-6B3A-4605C3DF29C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3" name="Rectangle 192">
                    <a:extLst>
                      <a:ext uri="{FF2B5EF4-FFF2-40B4-BE49-F238E27FC236}">
                        <a16:creationId xmlns:a16="http://schemas.microsoft.com/office/drawing/2014/main" id="{85966A14-5073-5374-08AB-651D3EB2313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5" name="Rectangle 194">
                    <a:extLst>
                      <a:ext uri="{FF2B5EF4-FFF2-40B4-BE49-F238E27FC236}">
                        <a16:creationId xmlns:a16="http://schemas.microsoft.com/office/drawing/2014/main" id="{75B55414-CBCA-E0B4-D451-7A33E117847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182" name="Groupe 181">
                  <a:extLst>
                    <a:ext uri="{FF2B5EF4-FFF2-40B4-BE49-F238E27FC236}">
                      <a16:creationId xmlns:a16="http://schemas.microsoft.com/office/drawing/2014/main" id="{39432F68-C6C1-0CFD-66E7-7BF4514C09D1}"/>
                    </a:ext>
                  </a:extLst>
                </p:cNvPr>
                <p:cNvGrpSpPr/>
                <p:nvPr/>
              </p:nvGrpSpPr>
              <p:grpSpPr>
                <a:xfrm>
                  <a:off x="2768594" y="3900175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183" name="Rectangle 182">
                    <a:extLst>
                      <a:ext uri="{FF2B5EF4-FFF2-40B4-BE49-F238E27FC236}">
                        <a16:creationId xmlns:a16="http://schemas.microsoft.com/office/drawing/2014/main" id="{D23E5EE1-1A20-5315-BD37-75988928D958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4" name="Rectangle 183">
                    <a:extLst>
                      <a:ext uri="{FF2B5EF4-FFF2-40B4-BE49-F238E27FC236}">
                        <a16:creationId xmlns:a16="http://schemas.microsoft.com/office/drawing/2014/main" id="{1BCA5B56-BBE1-7D5A-018E-23A7471304AC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5" name="Rectangle 184">
                    <a:extLst>
                      <a:ext uri="{FF2B5EF4-FFF2-40B4-BE49-F238E27FC236}">
                        <a16:creationId xmlns:a16="http://schemas.microsoft.com/office/drawing/2014/main" id="{84BA3C01-8A4C-A6A0-12BD-41B412A9E75D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6" name="Rectangle 185">
                    <a:extLst>
                      <a:ext uri="{FF2B5EF4-FFF2-40B4-BE49-F238E27FC236}">
                        <a16:creationId xmlns:a16="http://schemas.microsoft.com/office/drawing/2014/main" id="{12557E3E-B887-D49E-02BA-91B7930CF95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7" name="Rectangle 186">
                    <a:extLst>
                      <a:ext uri="{FF2B5EF4-FFF2-40B4-BE49-F238E27FC236}">
                        <a16:creationId xmlns:a16="http://schemas.microsoft.com/office/drawing/2014/main" id="{C84D025D-A39D-13C4-0E6C-A9D1F0080C7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88" name="Rectangle 187">
                    <a:extLst>
                      <a:ext uri="{FF2B5EF4-FFF2-40B4-BE49-F238E27FC236}">
                        <a16:creationId xmlns:a16="http://schemas.microsoft.com/office/drawing/2014/main" id="{6A90E7EE-A63A-30F7-E817-63EBDB9FAC2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</p:grpSp>
        </p:grpSp>
        <p:grpSp>
          <p:nvGrpSpPr>
            <p:cNvPr id="217" name="Groupe 216">
              <a:extLst>
                <a:ext uri="{FF2B5EF4-FFF2-40B4-BE49-F238E27FC236}">
                  <a16:creationId xmlns:a16="http://schemas.microsoft.com/office/drawing/2014/main" id="{099E15F0-6239-D591-C68A-E0BD2D793589}"/>
                </a:ext>
              </a:extLst>
            </p:cNvPr>
            <p:cNvGrpSpPr/>
            <p:nvPr/>
          </p:nvGrpSpPr>
          <p:grpSpPr>
            <a:xfrm flipH="1">
              <a:off x="408072" y="4652155"/>
              <a:ext cx="1350321" cy="1620387"/>
              <a:chOff x="8344297" y="665907"/>
              <a:chExt cx="1870360" cy="2244436"/>
            </a:xfrm>
          </p:grpSpPr>
          <p:grpSp>
            <p:nvGrpSpPr>
              <p:cNvPr id="218" name="Groupe 217">
                <a:extLst>
                  <a:ext uri="{FF2B5EF4-FFF2-40B4-BE49-F238E27FC236}">
                    <a16:creationId xmlns:a16="http://schemas.microsoft.com/office/drawing/2014/main" id="{3659D5F3-81DF-798F-5A3A-949B4BA8A6CB}"/>
                  </a:ext>
                </a:extLst>
              </p:cNvPr>
              <p:cNvGrpSpPr/>
              <p:nvPr/>
            </p:nvGrpSpPr>
            <p:grpSpPr>
              <a:xfrm>
                <a:off x="9092441" y="665907"/>
                <a:ext cx="1122216" cy="1122218"/>
                <a:chOff x="3516738" y="3900175"/>
                <a:chExt cx="1122216" cy="1122218"/>
              </a:xfrm>
            </p:grpSpPr>
            <p:grpSp>
              <p:nvGrpSpPr>
                <p:cNvPr id="241" name="Groupe 240">
                  <a:extLst>
                    <a:ext uri="{FF2B5EF4-FFF2-40B4-BE49-F238E27FC236}">
                      <a16:creationId xmlns:a16="http://schemas.microsoft.com/office/drawing/2014/main" id="{3A7BBB54-EBAE-2ACA-53B6-FF37082D058C}"/>
                    </a:ext>
                  </a:extLst>
                </p:cNvPr>
                <p:cNvGrpSpPr/>
                <p:nvPr/>
              </p:nvGrpSpPr>
              <p:grpSpPr>
                <a:xfrm>
                  <a:off x="3516738" y="4648321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52" name="Rectangle 251">
                    <a:extLst>
                      <a:ext uri="{FF2B5EF4-FFF2-40B4-BE49-F238E27FC236}">
                        <a16:creationId xmlns:a16="http://schemas.microsoft.com/office/drawing/2014/main" id="{27C5C4BC-0D03-033E-FBE6-D7D8B9EF82AB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53" name="Rectangle 252">
                    <a:extLst>
                      <a:ext uri="{FF2B5EF4-FFF2-40B4-BE49-F238E27FC236}">
                        <a16:creationId xmlns:a16="http://schemas.microsoft.com/office/drawing/2014/main" id="{53BF77B5-A2EB-EBA5-10A4-913941567F5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54" name="Rectangle 253">
                    <a:extLst>
                      <a:ext uri="{FF2B5EF4-FFF2-40B4-BE49-F238E27FC236}">
                        <a16:creationId xmlns:a16="http://schemas.microsoft.com/office/drawing/2014/main" id="{6688AF60-4D4F-CBD6-A3E0-6E13D07F9A6B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55" name="Rectangle 254">
                    <a:extLst>
                      <a:ext uri="{FF2B5EF4-FFF2-40B4-BE49-F238E27FC236}">
                        <a16:creationId xmlns:a16="http://schemas.microsoft.com/office/drawing/2014/main" id="{03E572D9-1272-91C2-643C-AFEDB66D55B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42" name="Groupe 241">
                  <a:extLst>
                    <a:ext uri="{FF2B5EF4-FFF2-40B4-BE49-F238E27FC236}">
                      <a16:creationId xmlns:a16="http://schemas.microsoft.com/office/drawing/2014/main" id="{7BAC56FF-938C-1B4B-6D23-0649003000AD}"/>
                    </a:ext>
                  </a:extLst>
                </p:cNvPr>
                <p:cNvGrpSpPr/>
                <p:nvPr/>
              </p:nvGrpSpPr>
              <p:grpSpPr>
                <a:xfrm>
                  <a:off x="3516738" y="4274249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48" name="Rectangle 247">
                    <a:extLst>
                      <a:ext uri="{FF2B5EF4-FFF2-40B4-BE49-F238E27FC236}">
                        <a16:creationId xmlns:a16="http://schemas.microsoft.com/office/drawing/2014/main" id="{CB60DBD1-3151-2EA1-F54A-7DC68DA473F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9" name="Rectangle 248">
                    <a:extLst>
                      <a:ext uri="{FF2B5EF4-FFF2-40B4-BE49-F238E27FC236}">
                        <a16:creationId xmlns:a16="http://schemas.microsoft.com/office/drawing/2014/main" id="{0EBEE02E-1EE4-E836-0FE9-A806360AE14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50" name="Rectangle 249">
                    <a:extLst>
                      <a:ext uri="{FF2B5EF4-FFF2-40B4-BE49-F238E27FC236}">
                        <a16:creationId xmlns:a16="http://schemas.microsoft.com/office/drawing/2014/main" id="{2DE2E350-A3BF-7F8F-59A4-CC8A9E583D42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51" name="Rectangle 250">
                    <a:extLst>
                      <a:ext uri="{FF2B5EF4-FFF2-40B4-BE49-F238E27FC236}">
                        <a16:creationId xmlns:a16="http://schemas.microsoft.com/office/drawing/2014/main" id="{A53583F0-65CF-431A-F67A-513FFD747A71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43" name="Groupe 242">
                  <a:extLst>
                    <a:ext uri="{FF2B5EF4-FFF2-40B4-BE49-F238E27FC236}">
                      <a16:creationId xmlns:a16="http://schemas.microsoft.com/office/drawing/2014/main" id="{053E31AE-33E8-D630-436B-B895FBB6B82B}"/>
                    </a:ext>
                  </a:extLst>
                </p:cNvPr>
                <p:cNvGrpSpPr/>
                <p:nvPr/>
              </p:nvGrpSpPr>
              <p:grpSpPr>
                <a:xfrm>
                  <a:off x="3516738" y="3900175"/>
                  <a:ext cx="1122216" cy="374072"/>
                  <a:chOff x="4016127" y="4399332"/>
                  <a:chExt cx="1122216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44" name="Rectangle 243">
                    <a:extLst>
                      <a:ext uri="{FF2B5EF4-FFF2-40B4-BE49-F238E27FC236}">
                        <a16:creationId xmlns:a16="http://schemas.microsoft.com/office/drawing/2014/main" id="{6D976D6D-42D2-24A1-8393-709B3D8796AA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5" name="Rectangle 244">
                    <a:extLst>
                      <a:ext uri="{FF2B5EF4-FFF2-40B4-BE49-F238E27FC236}">
                        <a16:creationId xmlns:a16="http://schemas.microsoft.com/office/drawing/2014/main" id="{3C6F8AEA-5763-36C5-E1B9-10E1F977815D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6" name="Rectangle 245">
                    <a:extLst>
                      <a:ext uri="{FF2B5EF4-FFF2-40B4-BE49-F238E27FC236}">
                        <a16:creationId xmlns:a16="http://schemas.microsoft.com/office/drawing/2014/main" id="{5D24698A-F514-2B32-629E-518F4A8E2997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7" name="Rectangle 246">
                    <a:extLst>
                      <a:ext uri="{FF2B5EF4-FFF2-40B4-BE49-F238E27FC236}">
                        <a16:creationId xmlns:a16="http://schemas.microsoft.com/office/drawing/2014/main" id="{BA62E835-F3E5-383D-D504-BB26CF40710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  <p:grpSp>
            <p:nvGrpSpPr>
              <p:cNvPr id="219" name="Groupe 218">
                <a:extLst>
                  <a:ext uri="{FF2B5EF4-FFF2-40B4-BE49-F238E27FC236}">
                    <a16:creationId xmlns:a16="http://schemas.microsoft.com/office/drawing/2014/main" id="{4E6A3F53-D060-7974-5B8F-4B2C6029C8E8}"/>
                  </a:ext>
                </a:extLst>
              </p:cNvPr>
              <p:cNvGrpSpPr/>
              <p:nvPr/>
            </p:nvGrpSpPr>
            <p:grpSpPr>
              <a:xfrm>
                <a:off x="8344297" y="1788125"/>
                <a:ext cx="1870360" cy="1122218"/>
                <a:chOff x="2768594" y="3900175"/>
                <a:chExt cx="1870360" cy="1122218"/>
              </a:xfrm>
            </p:grpSpPr>
            <p:grpSp>
              <p:nvGrpSpPr>
                <p:cNvPr id="220" name="Groupe 219">
                  <a:extLst>
                    <a:ext uri="{FF2B5EF4-FFF2-40B4-BE49-F238E27FC236}">
                      <a16:creationId xmlns:a16="http://schemas.microsoft.com/office/drawing/2014/main" id="{356F548B-3CB8-4D54-29D1-6B9772DA3C26}"/>
                    </a:ext>
                  </a:extLst>
                </p:cNvPr>
                <p:cNvGrpSpPr/>
                <p:nvPr/>
              </p:nvGrpSpPr>
              <p:grpSpPr>
                <a:xfrm>
                  <a:off x="2768594" y="4648321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35" name="Rectangle 234">
                    <a:extLst>
                      <a:ext uri="{FF2B5EF4-FFF2-40B4-BE49-F238E27FC236}">
                        <a16:creationId xmlns:a16="http://schemas.microsoft.com/office/drawing/2014/main" id="{D0EC92C5-8446-2B75-4CB4-4CF01C9C95E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6" name="Rectangle 235">
                    <a:extLst>
                      <a:ext uri="{FF2B5EF4-FFF2-40B4-BE49-F238E27FC236}">
                        <a16:creationId xmlns:a16="http://schemas.microsoft.com/office/drawing/2014/main" id="{07CEA7A6-E08F-2060-0F54-1D11D77929B7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7" name="Rectangle 236">
                    <a:extLst>
                      <a:ext uri="{FF2B5EF4-FFF2-40B4-BE49-F238E27FC236}">
                        <a16:creationId xmlns:a16="http://schemas.microsoft.com/office/drawing/2014/main" id="{23BAA968-38D0-746E-0A3A-41FE096470A4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8" name="Rectangle 237">
                    <a:extLst>
                      <a:ext uri="{FF2B5EF4-FFF2-40B4-BE49-F238E27FC236}">
                        <a16:creationId xmlns:a16="http://schemas.microsoft.com/office/drawing/2014/main" id="{9CF8C19D-4188-A671-CC55-D970C8E75010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9" name="Rectangle 238">
                    <a:extLst>
                      <a:ext uri="{FF2B5EF4-FFF2-40B4-BE49-F238E27FC236}">
                        <a16:creationId xmlns:a16="http://schemas.microsoft.com/office/drawing/2014/main" id="{6D8CA902-9E94-4666-25AE-C38BE9E2C104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40" name="Rectangle 239">
                    <a:extLst>
                      <a:ext uri="{FF2B5EF4-FFF2-40B4-BE49-F238E27FC236}">
                        <a16:creationId xmlns:a16="http://schemas.microsoft.com/office/drawing/2014/main" id="{86C15139-CF26-FCA9-261F-2ED04E94283F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21" name="Groupe 220">
                  <a:extLst>
                    <a:ext uri="{FF2B5EF4-FFF2-40B4-BE49-F238E27FC236}">
                      <a16:creationId xmlns:a16="http://schemas.microsoft.com/office/drawing/2014/main" id="{78ADDD07-B816-C4CE-CC55-4170995B03BE}"/>
                    </a:ext>
                  </a:extLst>
                </p:cNvPr>
                <p:cNvGrpSpPr/>
                <p:nvPr/>
              </p:nvGrpSpPr>
              <p:grpSpPr>
                <a:xfrm>
                  <a:off x="2768594" y="4274249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29" name="Rectangle 228">
                    <a:extLst>
                      <a:ext uri="{FF2B5EF4-FFF2-40B4-BE49-F238E27FC236}">
                        <a16:creationId xmlns:a16="http://schemas.microsoft.com/office/drawing/2014/main" id="{BFC061DB-2099-233D-AE62-0CC18C3B4DBE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0" name="Rectangle 229">
                    <a:extLst>
                      <a:ext uri="{FF2B5EF4-FFF2-40B4-BE49-F238E27FC236}">
                        <a16:creationId xmlns:a16="http://schemas.microsoft.com/office/drawing/2014/main" id="{C2D87FC5-E53E-F1AD-0145-4277DCB66615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1" name="Rectangle 230">
                    <a:extLst>
                      <a:ext uri="{FF2B5EF4-FFF2-40B4-BE49-F238E27FC236}">
                        <a16:creationId xmlns:a16="http://schemas.microsoft.com/office/drawing/2014/main" id="{7072BA2D-86B5-8AAA-4DF8-1846626AF012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2" name="Rectangle 231">
                    <a:extLst>
                      <a:ext uri="{FF2B5EF4-FFF2-40B4-BE49-F238E27FC236}">
                        <a16:creationId xmlns:a16="http://schemas.microsoft.com/office/drawing/2014/main" id="{0A3DADAC-CCE0-F9F0-6B0D-E6AEE8E821C6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3" name="Rectangle 232">
                    <a:extLst>
                      <a:ext uri="{FF2B5EF4-FFF2-40B4-BE49-F238E27FC236}">
                        <a16:creationId xmlns:a16="http://schemas.microsoft.com/office/drawing/2014/main" id="{E412155C-1006-CC27-AFB2-A9A3C1245A1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34" name="Rectangle 233">
                    <a:extLst>
                      <a:ext uri="{FF2B5EF4-FFF2-40B4-BE49-F238E27FC236}">
                        <a16:creationId xmlns:a16="http://schemas.microsoft.com/office/drawing/2014/main" id="{E5A92A40-7D3C-CFC9-EEAF-BB8EF73FFDC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  <p:grpSp>
              <p:nvGrpSpPr>
                <p:cNvPr id="222" name="Groupe 221">
                  <a:extLst>
                    <a:ext uri="{FF2B5EF4-FFF2-40B4-BE49-F238E27FC236}">
                      <a16:creationId xmlns:a16="http://schemas.microsoft.com/office/drawing/2014/main" id="{4AB21A33-3807-90CE-1817-A79BFA4E7EC4}"/>
                    </a:ext>
                  </a:extLst>
                </p:cNvPr>
                <p:cNvGrpSpPr/>
                <p:nvPr/>
              </p:nvGrpSpPr>
              <p:grpSpPr>
                <a:xfrm>
                  <a:off x="2768594" y="3900175"/>
                  <a:ext cx="1870360" cy="374072"/>
                  <a:chOff x="3267983" y="4399332"/>
                  <a:chExt cx="1870360" cy="374072"/>
                </a:xfrm>
                <a:solidFill>
                  <a:schemeClr val="accent2">
                    <a:lumMod val="20000"/>
                    <a:lumOff val="80000"/>
                  </a:schemeClr>
                </a:solidFill>
              </p:grpSpPr>
              <p:sp>
                <p:nvSpPr>
                  <p:cNvPr id="223" name="Rectangle 222">
                    <a:extLst>
                      <a:ext uri="{FF2B5EF4-FFF2-40B4-BE49-F238E27FC236}">
                        <a16:creationId xmlns:a16="http://schemas.microsoft.com/office/drawing/2014/main" id="{A6ABB6BC-87FF-D1F3-2979-31CBAB9A840E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764271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4" name="Rectangle 223">
                    <a:extLst>
                      <a:ext uri="{FF2B5EF4-FFF2-40B4-BE49-F238E27FC236}">
                        <a16:creationId xmlns:a16="http://schemas.microsoft.com/office/drawing/2014/main" id="{CC428516-707E-B220-FFE8-9908A4446721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390199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5" name="Rectangle 224">
                    <a:extLst>
                      <a:ext uri="{FF2B5EF4-FFF2-40B4-BE49-F238E27FC236}">
                        <a16:creationId xmlns:a16="http://schemas.microsoft.com/office/drawing/2014/main" id="{627219EB-1AB2-1BB3-801D-CFAA001AB52F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6" name="Rectangle 225">
                    <a:extLst>
                      <a:ext uri="{FF2B5EF4-FFF2-40B4-BE49-F238E27FC236}">
                        <a16:creationId xmlns:a16="http://schemas.microsoft.com/office/drawing/2014/main" id="{2EEF44EB-6CE1-BBDC-4D69-919FDDFF3BC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267983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7" name="Rectangle 226">
                    <a:extLst>
                      <a:ext uri="{FF2B5EF4-FFF2-40B4-BE49-F238E27FC236}">
                        <a16:creationId xmlns:a16="http://schemas.microsoft.com/office/drawing/2014/main" id="{BFA7CF85-F930-F378-C394-FBB0DA5B3D0B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642055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228" name="Rectangle 227">
                    <a:extLst>
                      <a:ext uri="{FF2B5EF4-FFF2-40B4-BE49-F238E27FC236}">
                        <a16:creationId xmlns:a16="http://schemas.microsoft.com/office/drawing/2014/main" id="{418AA8B2-9085-5C99-26B0-33F4E153501A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4016127" y="4399332"/>
                    <a:ext cx="374072" cy="374072"/>
                  </a:xfrm>
                  <a:prstGeom prst="rect">
                    <a:avLst/>
                  </a:prstGeom>
                  <a:grp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</p:grpSp>
          </p:grpSp>
        </p:grpSp>
        <p:grpSp>
          <p:nvGrpSpPr>
            <p:cNvPr id="307" name="Groupe 306">
              <a:extLst>
                <a:ext uri="{FF2B5EF4-FFF2-40B4-BE49-F238E27FC236}">
                  <a16:creationId xmlns:a16="http://schemas.microsoft.com/office/drawing/2014/main" id="{19C05AFF-46BA-B448-E77A-BBFD343831E7}"/>
                </a:ext>
              </a:extLst>
            </p:cNvPr>
            <p:cNvGrpSpPr/>
            <p:nvPr/>
          </p:nvGrpSpPr>
          <p:grpSpPr>
            <a:xfrm>
              <a:off x="4522928" y="4846108"/>
              <a:ext cx="1888225" cy="1350321"/>
              <a:chOff x="5561821" y="3810121"/>
              <a:chExt cx="2615427" cy="1870362"/>
            </a:xfrm>
          </p:grpSpPr>
          <p:grpSp>
            <p:nvGrpSpPr>
              <p:cNvPr id="256" name="Groupe 255">
                <a:extLst>
                  <a:ext uri="{FF2B5EF4-FFF2-40B4-BE49-F238E27FC236}">
                    <a16:creationId xmlns:a16="http://schemas.microsoft.com/office/drawing/2014/main" id="{FF13F339-0E26-962C-C679-3650EB99F5C3}"/>
                  </a:ext>
                </a:extLst>
              </p:cNvPr>
              <p:cNvGrpSpPr/>
              <p:nvPr/>
            </p:nvGrpSpPr>
            <p:grpSpPr>
              <a:xfrm rot="10800000" flipH="1">
                <a:off x="5561821" y="3810121"/>
                <a:ext cx="1870360" cy="1870362"/>
                <a:chOff x="8344297" y="1039981"/>
                <a:chExt cx="1870360" cy="1870362"/>
              </a:xfrm>
            </p:grpSpPr>
            <p:grpSp>
              <p:nvGrpSpPr>
                <p:cNvPr id="257" name="Groupe 256">
                  <a:extLst>
                    <a:ext uri="{FF2B5EF4-FFF2-40B4-BE49-F238E27FC236}">
                      <a16:creationId xmlns:a16="http://schemas.microsoft.com/office/drawing/2014/main" id="{CC9BECFC-9D61-F1B3-586C-7A3CB7E83C05}"/>
                    </a:ext>
                  </a:extLst>
                </p:cNvPr>
                <p:cNvGrpSpPr/>
                <p:nvPr/>
              </p:nvGrpSpPr>
              <p:grpSpPr>
                <a:xfrm>
                  <a:off x="9092441" y="1039981"/>
                  <a:ext cx="1122216" cy="748144"/>
                  <a:chOff x="3516738" y="4274249"/>
                  <a:chExt cx="1122216" cy="748144"/>
                </a:xfrm>
              </p:grpSpPr>
              <p:grpSp>
                <p:nvGrpSpPr>
                  <p:cNvPr id="315" name="Groupe 314">
                    <a:extLst>
                      <a:ext uri="{FF2B5EF4-FFF2-40B4-BE49-F238E27FC236}">
                        <a16:creationId xmlns:a16="http://schemas.microsoft.com/office/drawing/2014/main" id="{D5EB79A4-F5B4-BDF7-DF9C-000018006CC1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648321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321" name="Rectangle 320">
                      <a:extLst>
                        <a:ext uri="{FF2B5EF4-FFF2-40B4-BE49-F238E27FC236}">
                          <a16:creationId xmlns:a16="http://schemas.microsoft.com/office/drawing/2014/main" id="{21729F34-4BA8-0F2A-524D-646058FF32F1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22" name="Rectangle 321">
                      <a:extLst>
                        <a:ext uri="{FF2B5EF4-FFF2-40B4-BE49-F238E27FC236}">
                          <a16:creationId xmlns:a16="http://schemas.microsoft.com/office/drawing/2014/main" id="{B0845B9B-62C9-3F0C-F302-EBDE7FC3E64A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23" name="Rectangle 322">
                      <a:extLst>
                        <a:ext uri="{FF2B5EF4-FFF2-40B4-BE49-F238E27FC236}">
                          <a16:creationId xmlns:a16="http://schemas.microsoft.com/office/drawing/2014/main" id="{CFB59E36-E5C3-06D5-0681-FF26C9D8D5F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24" name="Rectangle 323">
                      <a:extLst>
                        <a:ext uri="{FF2B5EF4-FFF2-40B4-BE49-F238E27FC236}">
                          <a16:creationId xmlns:a16="http://schemas.microsoft.com/office/drawing/2014/main" id="{F9D036C2-D37E-0D87-298D-AF03CDB78D5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316" name="Groupe 315">
                    <a:extLst>
                      <a:ext uri="{FF2B5EF4-FFF2-40B4-BE49-F238E27FC236}">
                        <a16:creationId xmlns:a16="http://schemas.microsoft.com/office/drawing/2014/main" id="{236B9CA6-AE53-24D9-77BA-A4D6063DD61D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274249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317" name="Rectangle 316">
                      <a:extLst>
                        <a:ext uri="{FF2B5EF4-FFF2-40B4-BE49-F238E27FC236}">
                          <a16:creationId xmlns:a16="http://schemas.microsoft.com/office/drawing/2014/main" id="{D015973A-DEBC-09C9-2990-EEAC8F06FB9C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8" name="Rectangle 317">
                      <a:extLst>
                        <a:ext uri="{FF2B5EF4-FFF2-40B4-BE49-F238E27FC236}">
                          <a16:creationId xmlns:a16="http://schemas.microsoft.com/office/drawing/2014/main" id="{3E0DA43D-2A80-CD65-8E41-30E0B30EE30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9" name="Rectangle 318">
                      <a:extLst>
                        <a:ext uri="{FF2B5EF4-FFF2-40B4-BE49-F238E27FC236}">
                          <a16:creationId xmlns:a16="http://schemas.microsoft.com/office/drawing/2014/main" id="{0FBAFDF0-787D-B627-3AB3-E470E9562E66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20" name="Rectangle 319">
                      <a:extLst>
                        <a:ext uri="{FF2B5EF4-FFF2-40B4-BE49-F238E27FC236}">
                          <a16:creationId xmlns:a16="http://schemas.microsoft.com/office/drawing/2014/main" id="{6564C271-F675-C02E-C32A-430748DE532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  <p:grpSp>
              <p:nvGrpSpPr>
                <p:cNvPr id="258" name="Groupe 257">
                  <a:extLst>
                    <a:ext uri="{FF2B5EF4-FFF2-40B4-BE49-F238E27FC236}">
                      <a16:creationId xmlns:a16="http://schemas.microsoft.com/office/drawing/2014/main" id="{1BD4FA77-895D-383E-6E8F-CDF5283F8E07}"/>
                    </a:ext>
                  </a:extLst>
                </p:cNvPr>
                <p:cNvGrpSpPr/>
                <p:nvPr/>
              </p:nvGrpSpPr>
              <p:grpSpPr>
                <a:xfrm>
                  <a:off x="8344297" y="1788125"/>
                  <a:ext cx="1870360" cy="1122218"/>
                  <a:chOff x="2768594" y="3900175"/>
                  <a:chExt cx="1870360" cy="1122218"/>
                </a:xfrm>
              </p:grpSpPr>
              <p:grpSp>
                <p:nvGrpSpPr>
                  <p:cNvPr id="259" name="Groupe 258">
                    <a:extLst>
                      <a:ext uri="{FF2B5EF4-FFF2-40B4-BE49-F238E27FC236}">
                        <a16:creationId xmlns:a16="http://schemas.microsoft.com/office/drawing/2014/main" id="{E76D186D-217E-4353-2749-3DCB5DD8C277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648321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309" name="Rectangle 308">
                      <a:extLst>
                        <a:ext uri="{FF2B5EF4-FFF2-40B4-BE49-F238E27FC236}">
                          <a16:creationId xmlns:a16="http://schemas.microsoft.com/office/drawing/2014/main" id="{1AC08462-ED52-6B9A-14AF-48BB7DF2EF0D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0" name="Rectangle 309">
                      <a:extLst>
                        <a:ext uri="{FF2B5EF4-FFF2-40B4-BE49-F238E27FC236}">
                          <a16:creationId xmlns:a16="http://schemas.microsoft.com/office/drawing/2014/main" id="{3A05963E-EB59-6930-6553-EA58A9A09ACB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1" name="Rectangle 310">
                      <a:extLst>
                        <a:ext uri="{FF2B5EF4-FFF2-40B4-BE49-F238E27FC236}">
                          <a16:creationId xmlns:a16="http://schemas.microsoft.com/office/drawing/2014/main" id="{08D903FD-EDB3-F7E0-791C-35496C90E20C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2" name="Rectangle 311">
                      <a:extLst>
                        <a:ext uri="{FF2B5EF4-FFF2-40B4-BE49-F238E27FC236}">
                          <a16:creationId xmlns:a16="http://schemas.microsoft.com/office/drawing/2014/main" id="{0B3D4506-A0BE-BEDB-CECE-F6F23EC063B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3" name="Rectangle 312">
                      <a:extLst>
                        <a:ext uri="{FF2B5EF4-FFF2-40B4-BE49-F238E27FC236}">
                          <a16:creationId xmlns:a16="http://schemas.microsoft.com/office/drawing/2014/main" id="{7183FD66-006B-A4AF-62E7-F0DED18AFE8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14" name="Rectangle 313">
                      <a:extLst>
                        <a:ext uri="{FF2B5EF4-FFF2-40B4-BE49-F238E27FC236}">
                          <a16:creationId xmlns:a16="http://schemas.microsoft.com/office/drawing/2014/main" id="{56D4A81A-D43D-0A28-7463-8F286217EFA3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60" name="Groupe 259">
                    <a:extLst>
                      <a:ext uri="{FF2B5EF4-FFF2-40B4-BE49-F238E27FC236}">
                        <a16:creationId xmlns:a16="http://schemas.microsoft.com/office/drawing/2014/main" id="{5598DA1F-BB5C-A218-3C88-B58A0A850B85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274249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68" name="Rectangle 267">
                      <a:extLst>
                        <a:ext uri="{FF2B5EF4-FFF2-40B4-BE49-F238E27FC236}">
                          <a16:creationId xmlns:a16="http://schemas.microsoft.com/office/drawing/2014/main" id="{3917846A-F708-4452-AC28-927715434C73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9" name="Rectangle 268">
                      <a:extLst>
                        <a:ext uri="{FF2B5EF4-FFF2-40B4-BE49-F238E27FC236}">
                          <a16:creationId xmlns:a16="http://schemas.microsoft.com/office/drawing/2014/main" id="{A255336B-C76A-AB90-8610-5B117C0CC139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70" name="Rectangle 269">
                      <a:extLst>
                        <a:ext uri="{FF2B5EF4-FFF2-40B4-BE49-F238E27FC236}">
                          <a16:creationId xmlns:a16="http://schemas.microsoft.com/office/drawing/2014/main" id="{FFA97EE4-C24F-0B44-0AC5-525C4EB71EF6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71" name="Rectangle 270">
                      <a:extLst>
                        <a:ext uri="{FF2B5EF4-FFF2-40B4-BE49-F238E27FC236}">
                          <a16:creationId xmlns:a16="http://schemas.microsoft.com/office/drawing/2014/main" id="{D3D5D996-24B6-DDE0-36FB-D105FD50C78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72" name="Rectangle 271">
                      <a:extLst>
                        <a:ext uri="{FF2B5EF4-FFF2-40B4-BE49-F238E27FC236}">
                          <a16:creationId xmlns:a16="http://schemas.microsoft.com/office/drawing/2014/main" id="{6BAD2DFB-4F4A-9AEC-79CF-F9E036C6113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8" name="Rectangle 307">
                      <a:extLst>
                        <a:ext uri="{FF2B5EF4-FFF2-40B4-BE49-F238E27FC236}">
                          <a16:creationId xmlns:a16="http://schemas.microsoft.com/office/drawing/2014/main" id="{8EFB91F3-9500-08A9-03BB-7FC47A7BF8A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61" name="Groupe 260">
                    <a:extLst>
                      <a:ext uri="{FF2B5EF4-FFF2-40B4-BE49-F238E27FC236}">
                        <a16:creationId xmlns:a16="http://schemas.microsoft.com/office/drawing/2014/main" id="{774ADCB3-F61A-47FD-C889-B7131E3ED0A6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3900175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62" name="Rectangle 261">
                      <a:extLst>
                        <a:ext uri="{FF2B5EF4-FFF2-40B4-BE49-F238E27FC236}">
                          <a16:creationId xmlns:a16="http://schemas.microsoft.com/office/drawing/2014/main" id="{0A6C2DA2-3A7D-74F8-8317-8398393F9ACD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3" name="Rectangle 262">
                      <a:extLst>
                        <a:ext uri="{FF2B5EF4-FFF2-40B4-BE49-F238E27FC236}">
                          <a16:creationId xmlns:a16="http://schemas.microsoft.com/office/drawing/2014/main" id="{DD57069C-85B7-7913-743A-5010E2AC0B02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4" name="Rectangle 263">
                      <a:extLst>
                        <a:ext uri="{FF2B5EF4-FFF2-40B4-BE49-F238E27FC236}">
                          <a16:creationId xmlns:a16="http://schemas.microsoft.com/office/drawing/2014/main" id="{CDAEE654-9552-8B85-3056-E808186D7A09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5" name="Rectangle 264">
                      <a:extLst>
                        <a:ext uri="{FF2B5EF4-FFF2-40B4-BE49-F238E27FC236}">
                          <a16:creationId xmlns:a16="http://schemas.microsoft.com/office/drawing/2014/main" id="{A0FE1FCA-F602-9275-234B-AC9099381A5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6" name="Rectangle 265">
                      <a:extLst>
                        <a:ext uri="{FF2B5EF4-FFF2-40B4-BE49-F238E27FC236}">
                          <a16:creationId xmlns:a16="http://schemas.microsoft.com/office/drawing/2014/main" id="{EA1F7E7F-986A-9FFA-DCF6-3D7870584E8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67" name="Rectangle 266">
                      <a:extLst>
                        <a:ext uri="{FF2B5EF4-FFF2-40B4-BE49-F238E27FC236}">
                          <a16:creationId xmlns:a16="http://schemas.microsoft.com/office/drawing/2014/main" id="{1455388A-689A-D6ED-C39D-49DC61BB91A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</p:grpSp>
          <p:grpSp>
            <p:nvGrpSpPr>
              <p:cNvPr id="273" name="Groupe 272">
                <a:extLst>
                  <a:ext uri="{FF2B5EF4-FFF2-40B4-BE49-F238E27FC236}">
                    <a16:creationId xmlns:a16="http://schemas.microsoft.com/office/drawing/2014/main" id="{C032D869-CDE9-EF9F-D70E-BA5BEBCDA3DB}"/>
                  </a:ext>
                </a:extLst>
              </p:cNvPr>
              <p:cNvGrpSpPr/>
              <p:nvPr/>
            </p:nvGrpSpPr>
            <p:grpSpPr>
              <a:xfrm rot="10800000">
                <a:off x="6306888" y="3810121"/>
                <a:ext cx="1870360" cy="1870362"/>
                <a:chOff x="8344297" y="1039981"/>
                <a:chExt cx="1870360" cy="1870362"/>
              </a:xfrm>
            </p:grpSpPr>
            <p:grpSp>
              <p:nvGrpSpPr>
                <p:cNvPr id="274" name="Groupe 273">
                  <a:extLst>
                    <a:ext uri="{FF2B5EF4-FFF2-40B4-BE49-F238E27FC236}">
                      <a16:creationId xmlns:a16="http://schemas.microsoft.com/office/drawing/2014/main" id="{43C6E095-0776-C7F6-5B2E-7A5E135869CE}"/>
                    </a:ext>
                  </a:extLst>
                </p:cNvPr>
                <p:cNvGrpSpPr/>
                <p:nvPr/>
              </p:nvGrpSpPr>
              <p:grpSpPr>
                <a:xfrm>
                  <a:off x="9092441" y="1039981"/>
                  <a:ext cx="1122216" cy="748144"/>
                  <a:chOff x="3516738" y="4274249"/>
                  <a:chExt cx="1122216" cy="748144"/>
                </a:xfrm>
              </p:grpSpPr>
              <p:grpSp>
                <p:nvGrpSpPr>
                  <p:cNvPr id="297" name="Groupe 296">
                    <a:extLst>
                      <a:ext uri="{FF2B5EF4-FFF2-40B4-BE49-F238E27FC236}">
                        <a16:creationId xmlns:a16="http://schemas.microsoft.com/office/drawing/2014/main" id="{10025196-0ED8-109A-90C3-401FC41065F2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648321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303" name="Rectangle 302">
                      <a:extLst>
                        <a:ext uri="{FF2B5EF4-FFF2-40B4-BE49-F238E27FC236}">
                          <a16:creationId xmlns:a16="http://schemas.microsoft.com/office/drawing/2014/main" id="{D90560A5-4AD5-D761-DFBB-E6828D935879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4" name="Rectangle 303">
                      <a:extLst>
                        <a:ext uri="{FF2B5EF4-FFF2-40B4-BE49-F238E27FC236}">
                          <a16:creationId xmlns:a16="http://schemas.microsoft.com/office/drawing/2014/main" id="{9B0DED8F-8764-7CC1-F8F0-B6BA075347A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5" name="Rectangle 304">
                      <a:extLst>
                        <a:ext uri="{FF2B5EF4-FFF2-40B4-BE49-F238E27FC236}">
                          <a16:creationId xmlns:a16="http://schemas.microsoft.com/office/drawing/2014/main" id="{808E425C-F9D4-DAF0-345C-B52E98F4FD0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6" name="Rectangle 305">
                      <a:extLst>
                        <a:ext uri="{FF2B5EF4-FFF2-40B4-BE49-F238E27FC236}">
                          <a16:creationId xmlns:a16="http://schemas.microsoft.com/office/drawing/2014/main" id="{7DF9C430-1960-C232-45D8-C188A62BDD28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98" name="Groupe 297">
                    <a:extLst>
                      <a:ext uri="{FF2B5EF4-FFF2-40B4-BE49-F238E27FC236}">
                        <a16:creationId xmlns:a16="http://schemas.microsoft.com/office/drawing/2014/main" id="{703E9713-B059-7C7A-2422-E39798A71F37}"/>
                      </a:ext>
                    </a:extLst>
                  </p:cNvPr>
                  <p:cNvGrpSpPr/>
                  <p:nvPr/>
                </p:nvGrpSpPr>
                <p:grpSpPr>
                  <a:xfrm>
                    <a:off x="3516738" y="4274249"/>
                    <a:ext cx="1122216" cy="374072"/>
                    <a:chOff x="4016127" y="4399332"/>
                    <a:chExt cx="1122216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99" name="Rectangle 298">
                      <a:extLst>
                        <a:ext uri="{FF2B5EF4-FFF2-40B4-BE49-F238E27FC236}">
                          <a16:creationId xmlns:a16="http://schemas.microsoft.com/office/drawing/2014/main" id="{F466AD38-7EFC-36DA-B1F6-921AF1732D0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0" name="Rectangle 299">
                      <a:extLst>
                        <a:ext uri="{FF2B5EF4-FFF2-40B4-BE49-F238E27FC236}">
                          <a16:creationId xmlns:a16="http://schemas.microsoft.com/office/drawing/2014/main" id="{BED708CE-054A-37A5-9A44-2E59112CFAA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1" name="Rectangle 300">
                      <a:extLst>
                        <a:ext uri="{FF2B5EF4-FFF2-40B4-BE49-F238E27FC236}">
                          <a16:creationId xmlns:a16="http://schemas.microsoft.com/office/drawing/2014/main" id="{8ADFF490-7F96-AB6B-A38E-686C2A4A13B9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302" name="Rectangle 301">
                      <a:extLst>
                        <a:ext uri="{FF2B5EF4-FFF2-40B4-BE49-F238E27FC236}">
                          <a16:creationId xmlns:a16="http://schemas.microsoft.com/office/drawing/2014/main" id="{EF8AC116-86AF-4E3B-A732-B46FD378D3C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  <p:grpSp>
              <p:nvGrpSpPr>
                <p:cNvPr id="275" name="Groupe 274">
                  <a:extLst>
                    <a:ext uri="{FF2B5EF4-FFF2-40B4-BE49-F238E27FC236}">
                      <a16:creationId xmlns:a16="http://schemas.microsoft.com/office/drawing/2014/main" id="{D5AB9A10-C13E-EA25-FFB6-6A23FC0A96B1}"/>
                    </a:ext>
                  </a:extLst>
                </p:cNvPr>
                <p:cNvGrpSpPr/>
                <p:nvPr/>
              </p:nvGrpSpPr>
              <p:grpSpPr>
                <a:xfrm>
                  <a:off x="8344297" y="1788125"/>
                  <a:ext cx="1870360" cy="1122218"/>
                  <a:chOff x="2768594" y="3900175"/>
                  <a:chExt cx="1870360" cy="1122218"/>
                </a:xfrm>
              </p:grpSpPr>
              <p:grpSp>
                <p:nvGrpSpPr>
                  <p:cNvPr id="276" name="Groupe 275">
                    <a:extLst>
                      <a:ext uri="{FF2B5EF4-FFF2-40B4-BE49-F238E27FC236}">
                        <a16:creationId xmlns:a16="http://schemas.microsoft.com/office/drawing/2014/main" id="{244FB07D-2902-416C-04AD-7C97025906A2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648321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91" name="Rectangle 290">
                      <a:extLst>
                        <a:ext uri="{FF2B5EF4-FFF2-40B4-BE49-F238E27FC236}">
                          <a16:creationId xmlns:a16="http://schemas.microsoft.com/office/drawing/2014/main" id="{1B2A8F85-1E89-486E-086D-EE5E8A4DC0EC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2" name="Rectangle 291">
                      <a:extLst>
                        <a:ext uri="{FF2B5EF4-FFF2-40B4-BE49-F238E27FC236}">
                          <a16:creationId xmlns:a16="http://schemas.microsoft.com/office/drawing/2014/main" id="{A4967D49-39FA-A23B-86DB-95DC785D06CF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3" name="Rectangle 292">
                      <a:extLst>
                        <a:ext uri="{FF2B5EF4-FFF2-40B4-BE49-F238E27FC236}">
                          <a16:creationId xmlns:a16="http://schemas.microsoft.com/office/drawing/2014/main" id="{DE9CF454-5DF1-F7C4-85BC-8816C4088C38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4" name="Rectangle 293">
                      <a:extLst>
                        <a:ext uri="{FF2B5EF4-FFF2-40B4-BE49-F238E27FC236}">
                          <a16:creationId xmlns:a16="http://schemas.microsoft.com/office/drawing/2014/main" id="{1F9BDE53-9B22-B4EB-C19D-C784427B316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5" name="Rectangle 294">
                      <a:extLst>
                        <a:ext uri="{FF2B5EF4-FFF2-40B4-BE49-F238E27FC236}">
                          <a16:creationId xmlns:a16="http://schemas.microsoft.com/office/drawing/2014/main" id="{7FD41890-2E78-3B9C-0DDF-ADF685C9FAF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6" name="Rectangle 295">
                      <a:extLst>
                        <a:ext uri="{FF2B5EF4-FFF2-40B4-BE49-F238E27FC236}">
                          <a16:creationId xmlns:a16="http://schemas.microsoft.com/office/drawing/2014/main" id="{9B5D2DF8-48A8-F9B4-E804-7C415F0AAE7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77" name="Groupe 276">
                    <a:extLst>
                      <a:ext uri="{FF2B5EF4-FFF2-40B4-BE49-F238E27FC236}">
                        <a16:creationId xmlns:a16="http://schemas.microsoft.com/office/drawing/2014/main" id="{70B6530E-3C55-C7F0-194E-99715A34A99A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4274249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85" name="Rectangle 284">
                      <a:extLst>
                        <a:ext uri="{FF2B5EF4-FFF2-40B4-BE49-F238E27FC236}">
                          <a16:creationId xmlns:a16="http://schemas.microsoft.com/office/drawing/2014/main" id="{0BA08E17-A279-4B74-78A3-BEDF16C4A84E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6" name="Rectangle 285">
                      <a:extLst>
                        <a:ext uri="{FF2B5EF4-FFF2-40B4-BE49-F238E27FC236}">
                          <a16:creationId xmlns:a16="http://schemas.microsoft.com/office/drawing/2014/main" id="{BA5D33F0-80D8-0CC2-A066-7D193DAC1AF3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7" name="Rectangle 286">
                      <a:extLst>
                        <a:ext uri="{FF2B5EF4-FFF2-40B4-BE49-F238E27FC236}">
                          <a16:creationId xmlns:a16="http://schemas.microsoft.com/office/drawing/2014/main" id="{E0E557E6-5756-4DEB-9E57-A977B99BB644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8" name="Rectangle 287">
                      <a:extLst>
                        <a:ext uri="{FF2B5EF4-FFF2-40B4-BE49-F238E27FC236}">
                          <a16:creationId xmlns:a16="http://schemas.microsoft.com/office/drawing/2014/main" id="{019889FB-3D7A-2A80-E527-A4F03BAF2839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9" name="Rectangle 288">
                      <a:extLst>
                        <a:ext uri="{FF2B5EF4-FFF2-40B4-BE49-F238E27FC236}">
                          <a16:creationId xmlns:a16="http://schemas.microsoft.com/office/drawing/2014/main" id="{B96B4AE6-62CA-2256-4ACF-52E6E8C2082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90" name="Rectangle 289">
                      <a:extLst>
                        <a:ext uri="{FF2B5EF4-FFF2-40B4-BE49-F238E27FC236}">
                          <a16:creationId xmlns:a16="http://schemas.microsoft.com/office/drawing/2014/main" id="{BE4036AD-1EF7-BC7E-81B8-699459120E7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  <p:grpSp>
                <p:nvGrpSpPr>
                  <p:cNvPr id="278" name="Groupe 277">
                    <a:extLst>
                      <a:ext uri="{FF2B5EF4-FFF2-40B4-BE49-F238E27FC236}">
                        <a16:creationId xmlns:a16="http://schemas.microsoft.com/office/drawing/2014/main" id="{1556808E-12E6-A327-34D9-86784043518E}"/>
                      </a:ext>
                    </a:extLst>
                  </p:cNvPr>
                  <p:cNvGrpSpPr/>
                  <p:nvPr/>
                </p:nvGrpSpPr>
                <p:grpSpPr>
                  <a:xfrm>
                    <a:off x="2768594" y="3900175"/>
                    <a:ext cx="1870360" cy="374072"/>
                    <a:chOff x="3267983" y="4399332"/>
                    <a:chExt cx="1870360" cy="374072"/>
                  </a:xfrm>
                  <a:solidFill>
                    <a:schemeClr val="accent2">
                      <a:lumMod val="20000"/>
                      <a:lumOff val="80000"/>
                    </a:schemeClr>
                  </a:solidFill>
                </p:grpSpPr>
                <p:sp>
                  <p:nvSpPr>
                    <p:cNvPr id="279" name="Rectangle 278">
                      <a:extLst>
                        <a:ext uri="{FF2B5EF4-FFF2-40B4-BE49-F238E27FC236}">
                          <a16:creationId xmlns:a16="http://schemas.microsoft.com/office/drawing/2014/main" id="{C8B15BC6-EE1E-DDB9-CD45-667CF0CAAC1F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764271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0" name="Rectangle 279">
                      <a:extLst>
                        <a:ext uri="{FF2B5EF4-FFF2-40B4-BE49-F238E27FC236}">
                          <a16:creationId xmlns:a16="http://schemas.microsoft.com/office/drawing/2014/main" id="{7E9D3FE5-081B-8F97-B0C2-17D06F9D886E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390199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1" name="Rectangle 280">
                      <a:extLst>
                        <a:ext uri="{FF2B5EF4-FFF2-40B4-BE49-F238E27FC236}">
                          <a16:creationId xmlns:a16="http://schemas.microsoft.com/office/drawing/2014/main" id="{49BF8031-C0D9-56C3-D45D-E56BC7EFAB35}"/>
                        </a:ext>
                      </a:extLst>
                    </p:cNvPr>
                    <p:cNvSpPr/>
                    <p:nvPr/>
                  </p:nvSpPr>
                  <p:spPr>
                    <a:xfrm rot="16200000" flipV="1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2" name="Rectangle 281">
                      <a:extLst>
                        <a:ext uri="{FF2B5EF4-FFF2-40B4-BE49-F238E27FC236}">
                          <a16:creationId xmlns:a16="http://schemas.microsoft.com/office/drawing/2014/main" id="{B83A97D2-E21C-105C-2A63-206AC33E304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267983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3" name="Rectangle 282">
                      <a:extLst>
                        <a:ext uri="{FF2B5EF4-FFF2-40B4-BE49-F238E27FC236}">
                          <a16:creationId xmlns:a16="http://schemas.microsoft.com/office/drawing/2014/main" id="{41BD9156-2F06-D1C9-EE6D-8C46DE3B706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3642055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  <p:sp>
                  <p:nvSpPr>
                    <p:cNvPr id="284" name="Rectangle 283">
                      <a:extLst>
                        <a:ext uri="{FF2B5EF4-FFF2-40B4-BE49-F238E27FC236}">
                          <a16:creationId xmlns:a16="http://schemas.microsoft.com/office/drawing/2014/main" id="{EA147AB3-F9F5-82B0-EC81-53431F13BFEA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4016127" y="4399332"/>
                      <a:ext cx="374072" cy="374072"/>
                    </a:xfrm>
                    <a:prstGeom prst="rect">
                      <a:avLst/>
                    </a:prstGeom>
                    <a:grp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/>
                    </a:p>
                  </p:txBody>
                </p:sp>
              </p:grpSp>
            </p:grpSp>
          </p:grpSp>
        </p:grpSp>
        <p:grpSp>
          <p:nvGrpSpPr>
            <p:cNvPr id="3" name="Groupe 2">
              <a:extLst>
                <a:ext uri="{FF2B5EF4-FFF2-40B4-BE49-F238E27FC236}">
                  <a16:creationId xmlns:a16="http://schemas.microsoft.com/office/drawing/2014/main" id="{DA3B79CF-9A98-F183-53C4-C3F95BA14408}"/>
                </a:ext>
              </a:extLst>
            </p:cNvPr>
            <p:cNvGrpSpPr/>
            <p:nvPr/>
          </p:nvGrpSpPr>
          <p:grpSpPr>
            <a:xfrm>
              <a:off x="3408529" y="4237618"/>
              <a:ext cx="810192" cy="533522"/>
              <a:chOff x="10063062" y="4668006"/>
              <a:chExt cx="810192" cy="533522"/>
            </a:xfrm>
          </p:grpSpPr>
          <p:grpSp>
            <p:nvGrpSpPr>
              <p:cNvPr id="326" name="Groupe 325">
                <a:extLst>
                  <a:ext uri="{FF2B5EF4-FFF2-40B4-BE49-F238E27FC236}">
                    <a16:creationId xmlns:a16="http://schemas.microsoft.com/office/drawing/2014/main" id="{D90F3049-62BC-BD71-BE79-B368849A0F93}"/>
                  </a:ext>
                </a:extLst>
              </p:cNvPr>
              <p:cNvGrpSpPr/>
              <p:nvPr/>
            </p:nvGrpSpPr>
            <p:grpSpPr>
              <a:xfrm flipH="1">
                <a:off x="10333126" y="4668006"/>
                <a:ext cx="540128" cy="270064"/>
                <a:chOff x="2192483" y="3632135"/>
                <a:chExt cx="748144" cy="374073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330" name="Rectangle 329">
                  <a:extLst>
                    <a:ext uri="{FF2B5EF4-FFF2-40B4-BE49-F238E27FC236}">
                      <a16:creationId xmlns:a16="http://schemas.microsoft.com/office/drawing/2014/main" id="{CADD3F6F-1739-BAA7-7B0F-D52A1A6CE8C6}"/>
                    </a:ext>
                  </a:extLst>
                </p:cNvPr>
                <p:cNvSpPr/>
                <p:nvPr/>
              </p:nvSpPr>
              <p:spPr>
                <a:xfrm flipH="1">
                  <a:off x="2192483" y="3632135"/>
                  <a:ext cx="374072" cy="364923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31" name="Rectangle 330">
                  <a:extLst>
                    <a:ext uri="{FF2B5EF4-FFF2-40B4-BE49-F238E27FC236}">
                      <a16:creationId xmlns:a16="http://schemas.microsoft.com/office/drawing/2014/main" id="{A17EEFB2-850D-0413-068F-AA7EC7A63667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  <p:grpSp>
            <p:nvGrpSpPr>
              <p:cNvPr id="327" name="Groupe 326">
                <a:extLst>
                  <a:ext uri="{FF2B5EF4-FFF2-40B4-BE49-F238E27FC236}">
                    <a16:creationId xmlns:a16="http://schemas.microsoft.com/office/drawing/2014/main" id="{0224172C-987C-A2C0-3E79-EE191F3E8AE3}"/>
                  </a:ext>
                </a:extLst>
              </p:cNvPr>
              <p:cNvGrpSpPr/>
              <p:nvPr/>
            </p:nvGrpSpPr>
            <p:grpSpPr>
              <a:xfrm flipH="1">
                <a:off x="10063062" y="4931464"/>
                <a:ext cx="540128" cy="270064"/>
                <a:chOff x="2192483" y="3632136"/>
                <a:chExt cx="748144" cy="374072"/>
              </a:xfrm>
              <a:solidFill>
                <a:schemeClr val="accent2">
                  <a:lumMod val="20000"/>
                  <a:lumOff val="80000"/>
                </a:schemeClr>
              </a:solidFill>
            </p:grpSpPr>
            <p:sp>
              <p:nvSpPr>
                <p:cNvPr id="328" name="Rectangle 327">
                  <a:extLst>
                    <a:ext uri="{FF2B5EF4-FFF2-40B4-BE49-F238E27FC236}">
                      <a16:creationId xmlns:a16="http://schemas.microsoft.com/office/drawing/2014/main" id="{586F6A29-329B-B2EF-6526-2FA5A71455F7}"/>
                    </a:ext>
                  </a:extLst>
                </p:cNvPr>
                <p:cNvSpPr/>
                <p:nvPr/>
              </p:nvSpPr>
              <p:spPr>
                <a:xfrm flipH="1">
                  <a:off x="2192483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329" name="Rectangle 328">
                  <a:extLst>
                    <a:ext uri="{FF2B5EF4-FFF2-40B4-BE49-F238E27FC236}">
                      <a16:creationId xmlns:a16="http://schemas.microsoft.com/office/drawing/2014/main" id="{1D22AA83-D9B6-3A3C-0DB2-863AD67FC6AE}"/>
                    </a:ext>
                  </a:extLst>
                </p:cNvPr>
                <p:cNvSpPr/>
                <p:nvPr/>
              </p:nvSpPr>
              <p:spPr>
                <a:xfrm flipH="1">
                  <a:off x="2566555" y="3632136"/>
                  <a:ext cx="374072" cy="374072"/>
                </a:xfrm>
                <a:prstGeom prst="rect">
                  <a:avLst/>
                </a:prstGeom>
                <a:grp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482323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F8553F-CABB-77A2-3784-2FB0F4795F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9" name="Groupe 318">
            <a:extLst>
              <a:ext uri="{FF2B5EF4-FFF2-40B4-BE49-F238E27FC236}">
                <a16:creationId xmlns:a16="http://schemas.microsoft.com/office/drawing/2014/main" id="{4CA02BDA-DB46-550A-356C-225196C3DB68}"/>
              </a:ext>
            </a:extLst>
          </p:cNvPr>
          <p:cNvGrpSpPr/>
          <p:nvPr/>
        </p:nvGrpSpPr>
        <p:grpSpPr>
          <a:xfrm>
            <a:off x="869276" y="1205943"/>
            <a:ext cx="6058649" cy="3801352"/>
            <a:chOff x="869276" y="1205943"/>
            <a:chExt cx="6058649" cy="3801352"/>
          </a:xfrm>
        </p:grpSpPr>
        <p:pic>
          <p:nvPicPr>
            <p:cNvPr id="315" name="Image 314">
              <a:extLst>
                <a:ext uri="{FF2B5EF4-FFF2-40B4-BE49-F238E27FC236}">
                  <a16:creationId xmlns:a16="http://schemas.microsoft.com/office/drawing/2014/main" id="{9827329D-12C2-8D74-BA8E-33ED73A5E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69276" y="1205943"/>
              <a:ext cx="6058649" cy="2114025"/>
            </a:xfrm>
            <a:prstGeom prst="rect">
              <a:avLst/>
            </a:prstGeom>
          </p:spPr>
        </p:pic>
        <p:grpSp>
          <p:nvGrpSpPr>
            <p:cNvPr id="318" name="Groupe 317">
              <a:extLst>
                <a:ext uri="{FF2B5EF4-FFF2-40B4-BE49-F238E27FC236}">
                  <a16:creationId xmlns:a16="http://schemas.microsoft.com/office/drawing/2014/main" id="{23688583-ECFF-D06F-D778-54FFE72686BC}"/>
                </a:ext>
              </a:extLst>
            </p:cNvPr>
            <p:cNvGrpSpPr/>
            <p:nvPr/>
          </p:nvGrpSpPr>
          <p:grpSpPr>
            <a:xfrm>
              <a:off x="2358141" y="3538032"/>
              <a:ext cx="3080918" cy="1469263"/>
              <a:chOff x="3015082" y="3538032"/>
              <a:chExt cx="3080918" cy="1469263"/>
            </a:xfrm>
          </p:grpSpPr>
          <p:pic>
            <p:nvPicPr>
              <p:cNvPr id="316" name="Image 315">
                <a:extLst>
                  <a:ext uri="{FF2B5EF4-FFF2-40B4-BE49-F238E27FC236}">
                    <a16:creationId xmlns:a16="http://schemas.microsoft.com/office/drawing/2014/main" id="{5D67F237-FB66-C7EC-8724-97E12EB846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151207" y="3538032"/>
                <a:ext cx="1944793" cy="1469263"/>
              </a:xfrm>
              <a:prstGeom prst="rect">
                <a:avLst/>
              </a:prstGeom>
            </p:spPr>
          </p:pic>
          <p:sp>
            <p:nvSpPr>
              <p:cNvPr id="317" name="ZoneTexte 316">
                <a:extLst>
                  <a:ext uri="{FF2B5EF4-FFF2-40B4-BE49-F238E27FC236}">
                    <a16:creationId xmlns:a16="http://schemas.microsoft.com/office/drawing/2014/main" id="{DE0685A5-B471-CB00-3C9C-34E934C625DE}"/>
                  </a:ext>
                </a:extLst>
              </p:cNvPr>
              <p:cNvSpPr txBox="1"/>
              <p:nvPr/>
            </p:nvSpPr>
            <p:spPr>
              <a:xfrm>
                <a:off x="3015082" y="4134164"/>
                <a:ext cx="715019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1200" dirty="0">
                    <a:latin typeface="Comic Sans MS" panose="030F0702030302020204" pitchFamily="66" charset="0"/>
                  </a:rPr>
                  <a:t>special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180072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F2FA922F-4A9C-AC1A-D832-9D0A131B35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712" y="924844"/>
            <a:ext cx="8440234" cy="5295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383092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12</Words>
  <Application>Microsoft Office PowerPoint</Application>
  <PresentationFormat>Grand écran</PresentationFormat>
  <Paragraphs>12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Comic Sans MS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Arno Lesage</dc:creator>
  <cp:lastModifiedBy>Arno Lesage</cp:lastModifiedBy>
  <cp:revision>4</cp:revision>
  <dcterms:created xsi:type="dcterms:W3CDTF">2025-11-07T12:26:16Z</dcterms:created>
  <dcterms:modified xsi:type="dcterms:W3CDTF">2025-11-07T13:38:54Z</dcterms:modified>
</cp:coreProperties>
</file>