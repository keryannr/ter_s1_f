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53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BEB784-959B-6220-23AD-EDABAB3B8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5C04899-3CBD-4242-B51B-125603856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0682D8-9FFA-848F-E20F-82C96D7F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037734-3E01-B4E6-30DA-EB27E6E92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446723-99B1-B5E4-6A59-863FDCB0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0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03E6D6-730A-5B4C-B446-489000B1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FDBBBC-5BA4-90D4-50C8-467351908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911DA2-5B1F-6752-98D4-EFB84FAA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97B93A-6E77-F6BA-B095-33656873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D60BB7-9715-7978-3F7A-EF2010A4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69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95D90-11A0-107E-3957-E2C76709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AA50A7-DAB8-F498-497A-43A34ABFD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D1594A-DFDC-F94E-01DE-0AB5D442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47CE2C-FACD-3B03-3980-AFC8F21C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6AFD83-351D-0668-6934-8320B56D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192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44C20F-0906-86A9-532B-6025170D1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D65E9E-C478-B6F3-4818-6DD8CDBCB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04A8602-5960-4956-7B31-0086AB51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6054B8-BA18-2B72-43E2-DB38BACE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162C15-E1D7-40F6-5276-F155F8EA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B219A5-870C-99B7-CE84-A0F357F6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52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66F341-564B-A34F-E899-7ECCBC0EF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8C3F7E-1B5D-D434-D6F6-9A698C664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6E21FC1-CDA3-D5DA-40A3-B786D43F6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B8BA4A-8348-3B99-F744-94F5BA9BA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528CD7C-4548-D49E-41CA-BCCEA2911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8C0DE9D-F3E0-835B-0E2C-8956010E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04775CE-913E-AE02-DA07-A9C448B7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40FBE8C-92A9-99C7-94AE-B6D8FB7E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74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1C58A0-DD2D-E670-9706-EA58577D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16D6B77-408A-4B61-2DFC-9BB124CB4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ECE6994-E0D4-FA45-FD5B-AC814235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0F1380-A9AA-68CC-183D-340F949C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31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0C5BB61-FAAB-EDB0-75BF-801E75D3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ABB066A-C3BF-83F7-E930-E8321BCD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5D814D-B1F3-6D36-1427-FC36F3FB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4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AFD01A-FC46-BAF2-6FD2-4FE61216B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A2C568-1394-681C-EB8C-32974134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64478D-1F80-36F1-C0F0-A6F6D1B76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7F0378-3DDB-CE37-17C7-BAA3D28CB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14324FB-437F-F9F7-A403-3F784DFF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03BC83-510F-4054-99DA-04B17FCCD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820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C63B78-7C30-1F31-25BF-528C8253D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0A429B-497F-4B9E-8F9D-BEE52CA2C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DDFEB22-8676-A530-DABB-70801300C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9EA57C-BBF6-DCAF-C65E-93E69619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F9800E-61DE-9FB4-C5E4-D0AB2C39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ACA795-42BB-E7E2-3377-2CF2FE1E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0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76AE03-5492-2105-4F5D-D3BA28F71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7F3ADD-31B8-759D-5C44-8B7F60F57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32E7DA-9875-0F7E-E764-BF70DA02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E75BED-2E5A-0E8F-080A-CF46C470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139575-6E80-0918-D706-99B0711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608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A599C33-6C39-64DE-9C14-A9B169952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65339F-7086-9F9F-32BE-C722B191B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FE9B52-1B05-8E38-ADBB-1CEE5C8F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40AC8C-D58C-6ABA-104A-1E41E626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99EBB4-82EB-F5AB-8F28-CCAB9A74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31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27D000-1194-17C0-5D74-606BC99F5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951DB1-C7CB-347D-475A-365068588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765632-2969-2033-8852-ED54F53A4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75EBF-FB26-4294-AFBE-BC40CF03E61E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F38E48-D6E1-A85B-B129-35C9D48EE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ED5588-4CF5-B340-2D7A-E7FF1EDB5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E76F8-74CF-43E9-A048-64270734B6D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32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roupe 333">
            <a:extLst>
              <a:ext uri="{FF2B5EF4-FFF2-40B4-BE49-F238E27FC236}">
                <a16:creationId xmlns:a16="http://schemas.microsoft.com/office/drawing/2014/main" id="{EFD8F81D-3D77-AA57-5D6B-F33711870ABC}"/>
              </a:ext>
            </a:extLst>
          </p:cNvPr>
          <p:cNvGrpSpPr/>
          <p:nvPr/>
        </p:nvGrpSpPr>
        <p:grpSpPr>
          <a:xfrm>
            <a:off x="566059" y="607031"/>
            <a:ext cx="11059879" cy="3763598"/>
            <a:chOff x="566059" y="607031"/>
            <a:chExt cx="11059879" cy="3763598"/>
          </a:xfrm>
        </p:grpSpPr>
        <p:grpSp>
          <p:nvGrpSpPr>
            <p:cNvPr id="113" name="Groupe 112">
              <a:extLst>
                <a:ext uri="{FF2B5EF4-FFF2-40B4-BE49-F238E27FC236}">
                  <a16:creationId xmlns:a16="http://schemas.microsoft.com/office/drawing/2014/main" id="{1E2BDD2E-A9BB-DBE4-4B51-3F83B7668A2C}"/>
                </a:ext>
              </a:extLst>
            </p:cNvPr>
            <p:cNvGrpSpPr/>
            <p:nvPr/>
          </p:nvGrpSpPr>
          <p:grpSpPr>
            <a:xfrm>
              <a:off x="1159165" y="607031"/>
              <a:ext cx="9873668" cy="1122216"/>
              <a:chOff x="1159165" y="1662547"/>
              <a:chExt cx="9873668" cy="1122216"/>
            </a:xfrm>
          </p:grpSpPr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252C1E87-92FB-9D93-B746-D28074B22DB8}"/>
                  </a:ext>
                </a:extLst>
              </p:cNvPr>
              <p:cNvGrpSpPr/>
              <p:nvPr/>
            </p:nvGrpSpPr>
            <p:grpSpPr>
              <a:xfrm>
                <a:off x="1159165" y="1662547"/>
                <a:ext cx="748144" cy="1122216"/>
                <a:chOff x="2192483" y="1326574"/>
                <a:chExt cx="748144" cy="1122216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F19A2E8-B387-3A87-2A25-834CB52DE6CA}"/>
                    </a:ext>
                  </a:extLst>
                </p:cNvPr>
                <p:cNvSpPr/>
                <p:nvPr/>
              </p:nvSpPr>
              <p:spPr>
                <a:xfrm>
                  <a:off x="2566555" y="1326574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67B996B7-E851-AA8A-B51D-34BF13A7F963}"/>
                    </a:ext>
                  </a:extLst>
                </p:cNvPr>
                <p:cNvSpPr/>
                <p:nvPr/>
              </p:nvSpPr>
              <p:spPr>
                <a:xfrm>
                  <a:off x="2566555" y="170064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272ABE06-3048-85ED-7AC4-F2BC5CA2B461}"/>
                    </a:ext>
                  </a:extLst>
                </p:cNvPr>
                <p:cNvSpPr/>
                <p:nvPr/>
              </p:nvSpPr>
              <p:spPr>
                <a:xfrm>
                  <a:off x="2566555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26C6661-D6A4-B5DF-467F-C916FAA96AC9}"/>
                    </a:ext>
                  </a:extLst>
                </p:cNvPr>
                <p:cNvSpPr/>
                <p:nvPr/>
              </p:nvSpPr>
              <p:spPr>
                <a:xfrm>
                  <a:off x="2192483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0" name="Groupe 9">
                <a:extLst>
                  <a:ext uri="{FF2B5EF4-FFF2-40B4-BE49-F238E27FC236}">
                    <a16:creationId xmlns:a16="http://schemas.microsoft.com/office/drawing/2014/main" id="{2BAA46B0-4B74-62BA-0BEF-377E4B4F1143}"/>
                  </a:ext>
                </a:extLst>
              </p:cNvPr>
              <p:cNvGrpSpPr/>
              <p:nvPr/>
            </p:nvGrpSpPr>
            <p:grpSpPr>
              <a:xfrm flipH="1">
                <a:off x="3066474" y="1662547"/>
                <a:ext cx="748144" cy="1122216"/>
                <a:chOff x="2192483" y="1326574"/>
                <a:chExt cx="748144" cy="1122216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04C38D8-EDD5-F2BA-CCCE-1205EE80E9C1}"/>
                    </a:ext>
                  </a:extLst>
                </p:cNvPr>
                <p:cNvSpPr/>
                <p:nvPr/>
              </p:nvSpPr>
              <p:spPr>
                <a:xfrm>
                  <a:off x="2566555" y="1326574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5D89A6E-3B8C-247C-29C2-FB62A96EAB03}"/>
                    </a:ext>
                  </a:extLst>
                </p:cNvPr>
                <p:cNvSpPr/>
                <p:nvPr/>
              </p:nvSpPr>
              <p:spPr>
                <a:xfrm>
                  <a:off x="2566555" y="170064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B8528FD-FB65-5958-1EC5-573487520D06}"/>
                    </a:ext>
                  </a:extLst>
                </p:cNvPr>
                <p:cNvSpPr/>
                <p:nvPr/>
              </p:nvSpPr>
              <p:spPr>
                <a:xfrm>
                  <a:off x="2566555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A576715-3846-F549-D9EF-E6032536FA49}"/>
                    </a:ext>
                  </a:extLst>
                </p:cNvPr>
                <p:cNvSpPr/>
                <p:nvPr/>
              </p:nvSpPr>
              <p:spPr>
                <a:xfrm>
                  <a:off x="2192483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5" name="Groupe 24">
                <a:extLst>
                  <a:ext uri="{FF2B5EF4-FFF2-40B4-BE49-F238E27FC236}">
                    <a16:creationId xmlns:a16="http://schemas.microsoft.com/office/drawing/2014/main" id="{554A0560-FA51-A0A9-000A-778081F714EF}"/>
                  </a:ext>
                </a:extLst>
              </p:cNvPr>
              <p:cNvGrpSpPr/>
              <p:nvPr/>
            </p:nvGrpSpPr>
            <p:grpSpPr>
              <a:xfrm>
                <a:off x="6881092" y="1849583"/>
                <a:ext cx="1870360" cy="748144"/>
                <a:chOff x="5683991" y="1215898"/>
                <a:chExt cx="1870360" cy="748144"/>
              </a:xfrm>
            </p:grpSpPr>
            <p:grpSp>
              <p:nvGrpSpPr>
                <p:cNvPr id="15" name="Groupe 14">
                  <a:extLst>
                    <a:ext uri="{FF2B5EF4-FFF2-40B4-BE49-F238E27FC236}">
                      <a16:creationId xmlns:a16="http://schemas.microsoft.com/office/drawing/2014/main" id="{63FD48AC-41FD-5A39-0596-DD77FF91706C}"/>
                    </a:ext>
                  </a:extLst>
                </p:cNvPr>
                <p:cNvGrpSpPr/>
                <p:nvPr/>
              </p:nvGrpSpPr>
              <p:grpSpPr>
                <a:xfrm rot="5400000" flipH="1" flipV="1">
                  <a:off x="5871027" y="1028862"/>
                  <a:ext cx="748144" cy="1122216"/>
                  <a:chOff x="2192483" y="1326574"/>
                  <a:chExt cx="748144" cy="1122216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71B0D651-6B9C-BA2E-3412-22CC670039F3}"/>
                      </a:ext>
                    </a:extLst>
                  </p:cNvPr>
                  <p:cNvSpPr/>
                  <p:nvPr/>
                </p:nvSpPr>
                <p:spPr>
                  <a:xfrm>
                    <a:off x="2566555" y="1326574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0A2F892C-4CFB-31DB-7060-DEB44DF3220E}"/>
                      </a:ext>
                    </a:extLst>
                  </p:cNvPr>
                  <p:cNvSpPr/>
                  <p:nvPr/>
                </p:nvSpPr>
                <p:spPr>
                  <a:xfrm>
                    <a:off x="2566555" y="170064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83E05411-50A7-EE95-BC1D-8DEA5F5FF634}"/>
                      </a:ext>
                    </a:extLst>
                  </p:cNvPr>
                  <p:cNvSpPr/>
                  <p:nvPr/>
                </p:nvSpPr>
                <p:spPr>
                  <a:xfrm>
                    <a:off x="2566555" y="2074718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0D80606D-B944-E1D3-26E5-B14B51C70185}"/>
                      </a:ext>
                    </a:extLst>
                  </p:cNvPr>
                  <p:cNvSpPr/>
                  <p:nvPr/>
                </p:nvSpPr>
                <p:spPr>
                  <a:xfrm>
                    <a:off x="2192483" y="2074718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0" name="Groupe 19">
                  <a:extLst>
                    <a:ext uri="{FF2B5EF4-FFF2-40B4-BE49-F238E27FC236}">
                      <a16:creationId xmlns:a16="http://schemas.microsoft.com/office/drawing/2014/main" id="{4CD36B83-3605-257D-D040-460BE9747F3E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6619171" y="1028862"/>
                  <a:ext cx="748144" cy="1122216"/>
                  <a:chOff x="2192483" y="1326574"/>
                  <a:chExt cx="748144" cy="1122216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B0BD4481-DCE3-F49E-61AE-70985C694902}"/>
                      </a:ext>
                    </a:extLst>
                  </p:cNvPr>
                  <p:cNvSpPr/>
                  <p:nvPr/>
                </p:nvSpPr>
                <p:spPr>
                  <a:xfrm>
                    <a:off x="2566555" y="1326574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3510A5BA-9164-8029-2A5C-B5F3204B2A04}"/>
                      </a:ext>
                    </a:extLst>
                  </p:cNvPr>
                  <p:cNvSpPr/>
                  <p:nvPr/>
                </p:nvSpPr>
                <p:spPr>
                  <a:xfrm>
                    <a:off x="2566555" y="170064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505F17B3-C9B7-8802-268B-71F02A57A953}"/>
                      </a:ext>
                    </a:extLst>
                  </p:cNvPr>
                  <p:cNvSpPr/>
                  <p:nvPr/>
                </p:nvSpPr>
                <p:spPr>
                  <a:xfrm>
                    <a:off x="2566555" y="2074718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278872F8-BE85-3264-23CD-23F1A056574E}"/>
                      </a:ext>
                    </a:extLst>
                  </p:cNvPr>
                  <p:cNvSpPr/>
                  <p:nvPr/>
                </p:nvSpPr>
                <p:spPr>
                  <a:xfrm>
                    <a:off x="2192483" y="2074718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80" name="Groupe 79">
                <a:extLst>
                  <a:ext uri="{FF2B5EF4-FFF2-40B4-BE49-F238E27FC236}">
                    <a16:creationId xmlns:a16="http://schemas.microsoft.com/office/drawing/2014/main" id="{35B89582-69EF-AF98-B088-9A466590C5C1}"/>
                  </a:ext>
                </a:extLst>
              </p:cNvPr>
              <p:cNvGrpSpPr/>
              <p:nvPr/>
            </p:nvGrpSpPr>
            <p:grpSpPr>
              <a:xfrm>
                <a:off x="4973783" y="1849583"/>
                <a:ext cx="748144" cy="748144"/>
                <a:chOff x="4094185" y="3243463"/>
                <a:chExt cx="748144" cy="748144"/>
              </a:xfrm>
            </p:grpSpPr>
            <p:grpSp>
              <p:nvGrpSpPr>
                <p:cNvPr id="74" name="Groupe 73">
                  <a:extLst>
                    <a:ext uri="{FF2B5EF4-FFF2-40B4-BE49-F238E27FC236}">
                      <a16:creationId xmlns:a16="http://schemas.microsoft.com/office/drawing/2014/main" id="{60198953-6ED1-0752-FDC2-F256CD09A4F2}"/>
                    </a:ext>
                  </a:extLst>
                </p:cNvPr>
                <p:cNvGrpSpPr/>
                <p:nvPr/>
              </p:nvGrpSpPr>
              <p:grpSpPr>
                <a:xfrm>
                  <a:off x="4094185" y="3617535"/>
                  <a:ext cx="748144" cy="374072"/>
                  <a:chOff x="2192483" y="3632136"/>
                  <a:chExt cx="748144" cy="374072"/>
                </a:xfrm>
              </p:grpSpPr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DC619A3C-6DAA-0B64-925C-B1E4C0C2C643}"/>
                      </a:ext>
                    </a:extLst>
                  </p:cNvPr>
                  <p:cNvSpPr/>
                  <p:nvPr/>
                </p:nvSpPr>
                <p:spPr>
                  <a:xfrm flipH="1">
                    <a:off x="2192483" y="363213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1179A9D0-E795-C7BC-8CD5-3FA76C4F6DDF}"/>
                      </a:ext>
                    </a:extLst>
                  </p:cNvPr>
                  <p:cNvSpPr/>
                  <p:nvPr/>
                </p:nvSpPr>
                <p:spPr>
                  <a:xfrm flipH="1">
                    <a:off x="2566555" y="363213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77" name="Groupe 76">
                  <a:extLst>
                    <a:ext uri="{FF2B5EF4-FFF2-40B4-BE49-F238E27FC236}">
                      <a16:creationId xmlns:a16="http://schemas.microsoft.com/office/drawing/2014/main" id="{75A4488E-7026-CD63-AEAF-B4C4CE94F179}"/>
                    </a:ext>
                  </a:extLst>
                </p:cNvPr>
                <p:cNvGrpSpPr/>
                <p:nvPr/>
              </p:nvGrpSpPr>
              <p:grpSpPr>
                <a:xfrm>
                  <a:off x="4094185" y="3243463"/>
                  <a:ext cx="748144" cy="374072"/>
                  <a:chOff x="2192483" y="3632136"/>
                  <a:chExt cx="748144" cy="374072"/>
                </a:xfrm>
              </p:grpSpPr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E2A32FE5-8221-D57A-DE00-258CBEEF5C0F}"/>
                      </a:ext>
                    </a:extLst>
                  </p:cNvPr>
                  <p:cNvSpPr/>
                  <p:nvPr/>
                </p:nvSpPr>
                <p:spPr>
                  <a:xfrm flipH="1">
                    <a:off x="2192483" y="363213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2B170898-A2A3-C757-EE80-4E0BD39124E6}"/>
                      </a:ext>
                    </a:extLst>
                  </p:cNvPr>
                  <p:cNvSpPr/>
                  <p:nvPr/>
                </p:nvSpPr>
                <p:spPr>
                  <a:xfrm flipH="1">
                    <a:off x="2566555" y="363213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81" name="Groupe 80">
                <a:extLst>
                  <a:ext uri="{FF2B5EF4-FFF2-40B4-BE49-F238E27FC236}">
                    <a16:creationId xmlns:a16="http://schemas.microsoft.com/office/drawing/2014/main" id="{2CD77253-EB16-3DAC-EF38-1A4E5868596D}"/>
                  </a:ext>
                </a:extLst>
              </p:cNvPr>
              <p:cNvGrpSpPr/>
              <p:nvPr/>
            </p:nvGrpSpPr>
            <p:grpSpPr>
              <a:xfrm>
                <a:off x="9910617" y="1849583"/>
                <a:ext cx="1122216" cy="748144"/>
                <a:chOff x="6058063" y="1215898"/>
                <a:chExt cx="1122216" cy="748144"/>
              </a:xfrm>
            </p:grpSpPr>
            <p:grpSp>
              <p:nvGrpSpPr>
                <p:cNvPr id="82" name="Groupe 81">
                  <a:extLst>
                    <a:ext uri="{FF2B5EF4-FFF2-40B4-BE49-F238E27FC236}">
                      <a16:creationId xmlns:a16="http://schemas.microsoft.com/office/drawing/2014/main" id="{6852BF3E-724D-8A82-1248-D66550FE2BCA}"/>
                    </a:ext>
                  </a:extLst>
                </p:cNvPr>
                <p:cNvGrpSpPr/>
                <p:nvPr/>
              </p:nvGrpSpPr>
              <p:grpSpPr>
                <a:xfrm rot="5400000" flipH="1" flipV="1">
                  <a:off x="6058063" y="1215898"/>
                  <a:ext cx="748144" cy="748144"/>
                  <a:chOff x="2192483" y="1700646"/>
                  <a:chExt cx="748144" cy="748144"/>
                </a:xfrm>
              </p:grpSpPr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4F3FCC62-299E-AE09-E752-6B0AA1BAFCC8}"/>
                      </a:ext>
                    </a:extLst>
                  </p:cNvPr>
                  <p:cNvSpPr/>
                  <p:nvPr/>
                </p:nvSpPr>
                <p:spPr>
                  <a:xfrm>
                    <a:off x="2566555" y="170064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8171EADF-2B9D-C5A3-75A7-E9FA51BB5B34}"/>
                      </a:ext>
                    </a:extLst>
                  </p:cNvPr>
                  <p:cNvSpPr/>
                  <p:nvPr/>
                </p:nvSpPr>
                <p:spPr>
                  <a:xfrm>
                    <a:off x="2566555" y="2074718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B0894EE2-1B76-48A4-A89E-7D9DFA2696F0}"/>
                      </a:ext>
                    </a:extLst>
                  </p:cNvPr>
                  <p:cNvSpPr/>
                  <p:nvPr/>
                </p:nvSpPr>
                <p:spPr>
                  <a:xfrm>
                    <a:off x="2192483" y="2074718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83" name="Groupe 82">
                  <a:extLst>
                    <a:ext uri="{FF2B5EF4-FFF2-40B4-BE49-F238E27FC236}">
                      <a16:creationId xmlns:a16="http://schemas.microsoft.com/office/drawing/2014/main" id="{10FEF093-EF15-0419-6AF8-FD9A92090B14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6432135" y="1215898"/>
                  <a:ext cx="748144" cy="748144"/>
                  <a:chOff x="2192483" y="1700646"/>
                  <a:chExt cx="748144" cy="748144"/>
                </a:xfrm>
              </p:grpSpPr>
              <p:sp>
                <p:nvSpPr>
                  <p:cNvPr id="85" name="Rectangle 84">
                    <a:extLst>
                      <a:ext uri="{FF2B5EF4-FFF2-40B4-BE49-F238E27FC236}">
                        <a16:creationId xmlns:a16="http://schemas.microsoft.com/office/drawing/2014/main" id="{7E56AB55-9410-C132-3211-1468F1C3B494}"/>
                      </a:ext>
                    </a:extLst>
                  </p:cNvPr>
                  <p:cNvSpPr/>
                  <p:nvPr/>
                </p:nvSpPr>
                <p:spPr>
                  <a:xfrm>
                    <a:off x="2566555" y="170064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40DB9A57-C5CC-7763-4752-3481BB531B07}"/>
                      </a:ext>
                    </a:extLst>
                  </p:cNvPr>
                  <p:cNvSpPr/>
                  <p:nvPr/>
                </p:nvSpPr>
                <p:spPr>
                  <a:xfrm>
                    <a:off x="2566555" y="2074718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3F0C9F91-CB3A-9BB6-1106-986EDFB52742}"/>
                      </a:ext>
                    </a:extLst>
                  </p:cNvPr>
                  <p:cNvSpPr/>
                  <p:nvPr/>
                </p:nvSpPr>
                <p:spPr>
                  <a:xfrm>
                    <a:off x="2192483" y="2074718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116" name="Groupe 115">
              <a:extLst>
                <a:ext uri="{FF2B5EF4-FFF2-40B4-BE49-F238E27FC236}">
                  <a16:creationId xmlns:a16="http://schemas.microsoft.com/office/drawing/2014/main" id="{D492E7A8-160D-915D-7B89-39EBF44298F0}"/>
                </a:ext>
              </a:extLst>
            </p:cNvPr>
            <p:cNvGrpSpPr/>
            <p:nvPr/>
          </p:nvGrpSpPr>
          <p:grpSpPr>
            <a:xfrm>
              <a:off x="566059" y="2960628"/>
              <a:ext cx="11059879" cy="748144"/>
              <a:chOff x="566059" y="4447310"/>
              <a:chExt cx="11059879" cy="748144"/>
            </a:xfrm>
          </p:grpSpPr>
          <p:grpSp>
            <p:nvGrpSpPr>
              <p:cNvPr id="42" name="Groupe 41">
                <a:extLst>
                  <a:ext uri="{FF2B5EF4-FFF2-40B4-BE49-F238E27FC236}">
                    <a16:creationId xmlns:a16="http://schemas.microsoft.com/office/drawing/2014/main" id="{259C2222-6351-06B1-A901-AA836E727CB5}"/>
                  </a:ext>
                </a:extLst>
              </p:cNvPr>
              <p:cNvGrpSpPr/>
              <p:nvPr/>
            </p:nvGrpSpPr>
            <p:grpSpPr>
              <a:xfrm>
                <a:off x="9755578" y="4447310"/>
                <a:ext cx="1870360" cy="748144"/>
                <a:chOff x="7055591" y="2537879"/>
                <a:chExt cx="1870360" cy="748144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C2125732-65B4-5B93-B615-1ECB8F901011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055591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41FBAD6-58B0-79D3-15D3-F4A0FC85BE92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429663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83573591-786E-E13A-8876-0DF649DCC510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803735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18D6838-98AC-2280-FCBF-6933669078C2}"/>
                    </a:ext>
                  </a:extLst>
                </p:cNvPr>
                <p:cNvSpPr/>
                <p:nvPr/>
              </p:nvSpPr>
              <p:spPr>
                <a:xfrm rot="5400000" flipH="1">
                  <a:off x="8551879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5C7D0F8-8316-1A1F-1566-AE60E0BF2F85}"/>
                    </a:ext>
                  </a:extLst>
                </p:cNvPr>
                <p:cNvSpPr/>
                <p:nvPr/>
              </p:nvSpPr>
              <p:spPr>
                <a:xfrm rot="5400000" flipH="1">
                  <a:off x="8177807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F9882227-F670-305F-87E6-870E4D993848}"/>
                    </a:ext>
                  </a:extLst>
                </p:cNvPr>
                <p:cNvSpPr/>
                <p:nvPr/>
              </p:nvSpPr>
              <p:spPr>
                <a:xfrm rot="5400000" flipH="1">
                  <a:off x="7803735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FBDE0429-D040-7067-908F-7122C80A7C4D}"/>
                    </a:ext>
                  </a:extLst>
                </p:cNvPr>
                <p:cNvSpPr/>
                <p:nvPr/>
              </p:nvSpPr>
              <p:spPr>
                <a:xfrm rot="5400000" flipH="1">
                  <a:off x="7429663" y="2911951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3" name="Groupe 42">
                <a:extLst>
                  <a:ext uri="{FF2B5EF4-FFF2-40B4-BE49-F238E27FC236}">
                    <a16:creationId xmlns:a16="http://schemas.microsoft.com/office/drawing/2014/main" id="{D641F70F-05D6-C73F-C50F-8C2ED8C7C62E}"/>
                  </a:ext>
                </a:extLst>
              </p:cNvPr>
              <p:cNvGrpSpPr/>
              <p:nvPr/>
            </p:nvGrpSpPr>
            <p:grpSpPr>
              <a:xfrm flipH="1">
                <a:off x="7319159" y="4447310"/>
                <a:ext cx="1870360" cy="748144"/>
                <a:chOff x="7055591" y="2537879"/>
                <a:chExt cx="1870360" cy="748144"/>
              </a:xfrm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BF049E2-2AE9-83F9-5757-3BD08D02B196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055591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1085BD5-19D4-6757-639D-A596106A0ADA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429663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4222BC94-AFFC-AA05-A5CD-689F108B1E46}"/>
                    </a:ext>
                  </a:extLst>
                </p:cNvPr>
                <p:cNvSpPr/>
                <p:nvPr/>
              </p:nvSpPr>
              <p:spPr>
                <a:xfrm rot="5400000" flipH="1" flipV="1">
                  <a:off x="7803735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990DED42-9B03-4E35-5367-B71EA39131F9}"/>
                    </a:ext>
                  </a:extLst>
                </p:cNvPr>
                <p:cNvSpPr/>
                <p:nvPr/>
              </p:nvSpPr>
              <p:spPr>
                <a:xfrm rot="5400000" flipH="1">
                  <a:off x="8551879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C64BB463-002F-B3FA-18AC-E039FC37F965}"/>
                    </a:ext>
                  </a:extLst>
                </p:cNvPr>
                <p:cNvSpPr/>
                <p:nvPr/>
              </p:nvSpPr>
              <p:spPr>
                <a:xfrm rot="5400000" flipH="1">
                  <a:off x="8177807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A49984FE-B361-0969-DE44-0569DA1A21D7}"/>
                    </a:ext>
                  </a:extLst>
                </p:cNvPr>
                <p:cNvSpPr/>
                <p:nvPr/>
              </p:nvSpPr>
              <p:spPr>
                <a:xfrm rot="5400000" flipH="1">
                  <a:off x="7803735" y="2537879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41C3E543-3594-BB89-BEEC-B9F577CC9A44}"/>
                    </a:ext>
                  </a:extLst>
                </p:cNvPr>
                <p:cNvSpPr/>
                <p:nvPr/>
              </p:nvSpPr>
              <p:spPr>
                <a:xfrm rot="5400000" flipH="1">
                  <a:off x="7429663" y="2911951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64" name="Groupe 63">
                <a:extLst>
                  <a:ext uri="{FF2B5EF4-FFF2-40B4-BE49-F238E27FC236}">
                    <a16:creationId xmlns:a16="http://schemas.microsoft.com/office/drawing/2014/main" id="{EBEA9FB9-1664-0FE6-E1D3-9192CD3AFBB6}"/>
                  </a:ext>
                </a:extLst>
              </p:cNvPr>
              <p:cNvGrpSpPr/>
              <p:nvPr/>
            </p:nvGrpSpPr>
            <p:grpSpPr>
              <a:xfrm>
                <a:off x="2254334" y="4634346"/>
                <a:ext cx="748144" cy="374072"/>
                <a:chOff x="2192483" y="3632136"/>
                <a:chExt cx="748144" cy="374072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53620E08-9464-53BA-DF0C-0EE754FC0620}"/>
                    </a:ext>
                  </a:extLst>
                </p:cNvPr>
                <p:cNvSpPr/>
                <p:nvPr/>
              </p:nvSpPr>
              <p:spPr>
                <a:xfrm flipH="1">
                  <a:off x="2192483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921839E-17F8-C14E-2875-DBB19FADC8F0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65" name="Groupe 64">
                <a:extLst>
                  <a:ext uri="{FF2B5EF4-FFF2-40B4-BE49-F238E27FC236}">
                    <a16:creationId xmlns:a16="http://schemas.microsoft.com/office/drawing/2014/main" id="{35287F60-81FE-4D2C-4574-50965316BBED}"/>
                  </a:ext>
                </a:extLst>
              </p:cNvPr>
              <p:cNvGrpSpPr/>
              <p:nvPr/>
            </p:nvGrpSpPr>
            <p:grpSpPr>
              <a:xfrm>
                <a:off x="5256812" y="4634346"/>
                <a:ext cx="1496288" cy="374072"/>
                <a:chOff x="3267983" y="4399332"/>
                <a:chExt cx="1496288" cy="374072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9CE201EE-77EF-2BB8-629F-5E648ECEAFC6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D4264ADA-B26D-AFFE-8FF4-32D8FC577B72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042D909C-9DCA-DE01-7CB0-AF938E58A2D8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3937FF67-3619-8C0C-9E25-FD1BC639FA98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FA0475BB-AA6A-5358-E98F-92ABA85FF302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3" name="Groupe 72">
                <a:extLst>
                  <a:ext uri="{FF2B5EF4-FFF2-40B4-BE49-F238E27FC236}">
                    <a16:creationId xmlns:a16="http://schemas.microsoft.com/office/drawing/2014/main" id="{884F2597-B064-6191-B68B-4D830D880949}"/>
                  </a:ext>
                </a:extLst>
              </p:cNvPr>
              <p:cNvGrpSpPr/>
              <p:nvPr/>
            </p:nvGrpSpPr>
            <p:grpSpPr>
              <a:xfrm>
                <a:off x="3568537" y="4634346"/>
                <a:ext cx="1122216" cy="374072"/>
                <a:chOff x="6432135" y="4506186"/>
                <a:chExt cx="1122216" cy="374072"/>
              </a:xfrm>
            </p:grpSpPr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BB6DE6E-E009-FA5F-450A-382C234B1A39}"/>
                    </a:ext>
                  </a:extLst>
                </p:cNvPr>
                <p:cNvSpPr/>
                <p:nvPr/>
              </p:nvSpPr>
              <p:spPr>
                <a:xfrm rot="16200000" flipV="1">
                  <a:off x="7180279" y="450618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A186C8C4-C626-1819-6E6F-19EB7F55D79A}"/>
                    </a:ext>
                  </a:extLst>
                </p:cNvPr>
                <p:cNvSpPr/>
                <p:nvPr/>
              </p:nvSpPr>
              <p:spPr>
                <a:xfrm rot="16200000">
                  <a:off x="6432135" y="450618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5AFD1CEC-ED8E-9A51-0183-92FB75CEB0FD}"/>
                    </a:ext>
                  </a:extLst>
                </p:cNvPr>
                <p:cNvSpPr/>
                <p:nvPr/>
              </p:nvSpPr>
              <p:spPr>
                <a:xfrm rot="16200000">
                  <a:off x="6806207" y="450618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530327FF-3750-5867-B764-DB656FFCC176}"/>
                    </a:ext>
                  </a:extLst>
                </p:cNvPr>
                <p:cNvSpPr/>
                <p:nvPr/>
              </p:nvSpPr>
              <p:spPr>
                <a:xfrm rot="16200000">
                  <a:off x="7180279" y="450618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8" name="Groupe 97">
                <a:extLst>
                  <a:ext uri="{FF2B5EF4-FFF2-40B4-BE49-F238E27FC236}">
                    <a16:creationId xmlns:a16="http://schemas.microsoft.com/office/drawing/2014/main" id="{CF426B0A-F70A-0882-0851-F12727FC978E}"/>
                  </a:ext>
                </a:extLst>
              </p:cNvPr>
              <p:cNvGrpSpPr/>
              <p:nvPr/>
            </p:nvGrpSpPr>
            <p:grpSpPr>
              <a:xfrm>
                <a:off x="566059" y="4451885"/>
                <a:ext cx="1122216" cy="738994"/>
                <a:chOff x="458933" y="2547029"/>
                <a:chExt cx="1122216" cy="738994"/>
              </a:xfrm>
            </p:grpSpPr>
            <p:grpSp>
              <p:nvGrpSpPr>
                <p:cNvPr id="92" name="Groupe 91">
                  <a:extLst>
                    <a:ext uri="{FF2B5EF4-FFF2-40B4-BE49-F238E27FC236}">
                      <a16:creationId xmlns:a16="http://schemas.microsoft.com/office/drawing/2014/main" id="{F82B18DD-3068-5C7F-6513-06A6131506A6}"/>
                    </a:ext>
                  </a:extLst>
                </p:cNvPr>
                <p:cNvGrpSpPr/>
                <p:nvPr/>
              </p:nvGrpSpPr>
              <p:grpSpPr>
                <a:xfrm>
                  <a:off x="458933" y="2547029"/>
                  <a:ext cx="748144" cy="374072"/>
                  <a:chOff x="2192483" y="3632136"/>
                  <a:chExt cx="748144" cy="374072"/>
                </a:xfrm>
              </p:grpSpPr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391BC730-B8CD-3A64-E6F6-0BF43E87B4B4}"/>
                      </a:ext>
                    </a:extLst>
                  </p:cNvPr>
                  <p:cNvSpPr/>
                  <p:nvPr/>
                </p:nvSpPr>
                <p:spPr>
                  <a:xfrm flipH="1">
                    <a:off x="2192483" y="3632136"/>
                    <a:ext cx="374072" cy="36492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FA9AA42A-88E9-A015-A2D3-472CDE2C83D7}"/>
                      </a:ext>
                    </a:extLst>
                  </p:cNvPr>
                  <p:cNvSpPr/>
                  <p:nvPr/>
                </p:nvSpPr>
                <p:spPr>
                  <a:xfrm flipH="1">
                    <a:off x="2566555" y="363213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95" name="Groupe 94">
                  <a:extLst>
                    <a:ext uri="{FF2B5EF4-FFF2-40B4-BE49-F238E27FC236}">
                      <a16:creationId xmlns:a16="http://schemas.microsoft.com/office/drawing/2014/main" id="{0B7AFD66-D539-43F1-7253-E913D08F1A71}"/>
                    </a:ext>
                  </a:extLst>
                </p:cNvPr>
                <p:cNvGrpSpPr/>
                <p:nvPr/>
              </p:nvGrpSpPr>
              <p:grpSpPr>
                <a:xfrm>
                  <a:off x="833005" y="2911951"/>
                  <a:ext cx="748144" cy="374072"/>
                  <a:chOff x="2192483" y="3632136"/>
                  <a:chExt cx="748144" cy="374072"/>
                </a:xfrm>
              </p:grpSpPr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9C704C6B-17F5-6F38-BA08-E1196637B116}"/>
                      </a:ext>
                    </a:extLst>
                  </p:cNvPr>
                  <p:cNvSpPr/>
                  <p:nvPr/>
                </p:nvSpPr>
                <p:spPr>
                  <a:xfrm flipH="1">
                    <a:off x="2192483" y="363213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0619460C-27AF-0B3E-7A5C-923213664005}"/>
                      </a:ext>
                    </a:extLst>
                  </p:cNvPr>
                  <p:cNvSpPr/>
                  <p:nvPr/>
                </p:nvSpPr>
                <p:spPr>
                  <a:xfrm flipH="1">
                    <a:off x="2566555" y="3632136"/>
                    <a:ext cx="374072" cy="374072"/>
                  </a:xfrm>
                  <a:prstGeom prst="rect">
                    <a:avLst/>
                  </a:prstGeom>
                  <a:solidFill>
                    <a:schemeClr val="accent4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114" name="Groupe 113">
              <a:extLst>
                <a:ext uri="{FF2B5EF4-FFF2-40B4-BE49-F238E27FC236}">
                  <a16:creationId xmlns:a16="http://schemas.microsoft.com/office/drawing/2014/main" id="{27964B8D-6984-E898-CE5D-C7A539F2C46B}"/>
                </a:ext>
              </a:extLst>
            </p:cNvPr>
            <p:cNvGrpSpPr/>
            <p:nvPr/>
          </p:nvGrpSpPr>
          <p:grpSpPr>
            <a:xfrm>
              <a:off x="1282540" y="1916283"/>
              <a:ext cx="9439882" cy="646331"/>
              <a:chOff x="1282540" y="3059668"/>
              <a:chExt cx="9439882" cy="646331"/>
            </a:xfrm>
          </p:grpSpPr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413DC51D-295D-9DCB-AE6C-A9B934539857}"/>
                  </a:ext>
                </a:extLst>
              </p:cNvPr>
              <p:cNvSpPr txBox="1"/>
              <p:nvPr/>
            </p:nvSpPr>
            <p:spPr>
              <a:xfrm>
                <a:off x="1282540" y="3198167"/>
                <a:ext cx="5013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omic Sans MS" panose="030F0702030302020204" pitchFamily="66" charset="0"/>
                  </a:rPr>
                  <a:t>J</a:t>
                </a:r>
              </a:p>
            </p:txBody>
          </p:sp>
          <p:sp>
            <p:nvSpPr>
              <p:cNvPr id="103" name="ZoneTexte 102">
                <a:extLst>
                  <a:ext uri="{FF2B5EF4-FFF2-40B4-BE49-F238E27FC236}">
                    <a16:creationId xmlns:a16="http://schemas.microsoft.com/office/drawing/2014/main" id="{F3056EAE-2C9E-C2C9-6B0D-83CDBAE3B899}"/>
                  </a:ext>
                </a:extLst>
              </p:cNvPr>
              <p:cNvSpPr txBox="1"/>
              <p:nvPr/>
            </p:nvSpPr>
            <p:spPr>
              <a:xfrm>
                <a:off x="3189849" y="3198167"/>
                <a:ext cx="5013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omic Sans MS" panose="030F0702030302020204" pitchFamily="66" charset="0"/>
                  </a:rPr>
                  <a:t>L</a:t>
                </a:r>
              </a:p>
            </p:txBody>
          </p:sp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C5751CD5-959B-6FCE-286B-89FBB7F9E715}"/>
                  </a:ext>
                </a:extLst>
              </p:cNvPr>
              <p:cNvSpPr txBox="1"/>
              <p:nvPr/>
            </p:nvSpPr>
            <p:spPr>
              <a:xfrm>
                <a:off x="4897098" y="3059668"/>
                <a:ext cx="9328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omic Sans MS" panose="030F0702030302020204" pitchFamily="66" charset="0"/>
                  </a:rPr>
                  <a:t>square2x2</a:t>
                </a:r>
              </a:p>
            </p:txBody>
          </p:sp>
          <p:sp>
            <p:nvSpPr>
              <p:cNvPr id="105" name="ZoneTexte 104">
                <a:extLst>
                  <a:ext uri="{FF2B5EF4-FFF2-40B4-BE49-F238E27FC236}">
                    <a16:creationId xmlns:a16="http://schemas.microsoft.com/office/drawing/2014/main" id="{D55FE5AA-4FC5-AF0A-ADA8-66E9E3775827}"/>
                  </a:ext>
                </a:extLst>
              </p:cNvPr>
              <p:cNvSpPr txBox="1"/>
              <p:nvPr/>
            </p:nvSpPr>
            <p:spPr>
              <a:xfrm>
                <a:off x="7385438" y="3198167"/>
                <a:ext cx="861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 err="1">
                    <a:latin typeface="Comic Sans MS" panose="030F0702030302020204" pitchFamily="66" charset="0"/>
                  </a:rPr>
                  <a:t>longT</a:t>
                </a:r>
                <a:endParaRPr lang="en-GB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DAD1CF5E-F7C4-7983-C1CB-69B5E91A5A1C}"/>
                  </a:ext>
                </a:extLst>
              </p:cNvPr>
              <p:cNvSpPr txBox="1"/>
              <p:nvPr/>
            </p:nvSpPr>
            <p:spPr>
              <a:xfrm>
                <a:off x="10221028" y="3198167"/>
                <a:ext cx="5013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omic Sans MS" panose="030F0702030302020204" pitchFamily="66" charset="0"/>
                  </a:rPr>
                  <a:t>T</a:t>
                </a:r>
              </a:p>
            </p:txBody>
          </p:sp>
        </p:grpSp>
        <p:grpSp>
          <p:nvGrpSpPr>
            <p:cNvPr id="115" name="Groupe 114">
              <a:extLst>
                <a:ext uri="{FF2B5EF4-FFF2-40B4-BE49-F238E27FC236}">
                  <a16:creationId xmlns:a16="http://schemas.microsoft.com/office/drawing/2014/main" id="{ED0F07B9-9282-22BF-3DAE-335148505E47}"/>
                </a:ext>
              </a:extLst>
            </p:cNvPr>
            <p:cNvGrpSpPr/>
            <p:nvPr/>
          </p:nvGrpSpPr>
          <p:grpSpPr>
            <a:xfrm>
              <a:off x="876470" y="4001297"/>
              <a:ext cx="10392091" cy="369332"/>
              <a:chOff x="876470" y="5589973"/>
              <a:chExt cx="10392091" cy="369332"/>
            </a:xfrm>
          </p:grpSpPr>
          <p:sp>
            <p:nvSpPr>
              <p:cNvPr id="107" name="ZoneTexte 106">
                <a:extLst>
                  <a:ext uri="{FF2B5EF4-FFF2-40B4-BE49-F238E27FC236}">
                    <a16:creationId xmlns:a16="http://schemas.microsoft.com/office/drawing/2014/main" id="{3253395B-63C4-8F02-8069-DC877EB005FC}"/>
                  </a:ext>
                </a:extLst>
              </p:cNvPr>
              <p:cNvSpPr txBox="1"/>
              <p:nvPr/>
            </p:nvSpPr>
            <p:spPr>
              <a:xfrm>
                <a:off x="876470" y="5589973"/>
                <a:ext cx="5013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omic Sans MS" panose="030F0702030302020204" pitchFamily="66" charset="0"/>
                  </a:rPr>
                  <a:t>Z</a:t>
                </a:r>
              </a:p>
            </p:txBody>
          </p:sp>
          <p:sp>
            <p:nvSpPr>
              <p:cNvPr id="108" name="ZoneTexte 107">
                <a:extLst>
                  <a:ext uri="{FF2B5EF4-FFF2-40B4-BE49-F238E27FC236}">
                    <a16:creationId xmlns:a16="http://schemas.microsoft.com/office/drawing/2014/main" id="{C15A5EB8-B104-3581-A251-91D2880F19EC}"/>
                  </a:ext>
                </a:extLst>
              </p:cNvPr>
              <p:cNvSpPr txBox="1"/>
              <p:nvPr/>
            </p:nvSpPr>
            <p:spPr>
              <a:xfrm>
                <a:off x="2254334" y="5589973"/>
                <a:ext cx="748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omic Sans MS" panose="030F0702030302020204" pitchFamily="66" charset="0"/>
                  </a:rPr>
                  <a:t>row2</a:t>
                </a:r>
              </a:p>
            </p:txBody>
          </p:sp>
          <p:sp>
            <p:nvSpPr>
              <p:cNvPr id="109" name="ZoneTexte 108">
                <a:extLst>
                  <a:ext uri="{FF2B5EF4-FFF2-40B4-BE49-F238E27FC236}">
                    <a16:creationId xmlns:a16="http://schemas.microsoft.com/office/drawing/2014/main" id="{86E1AE62-EF7A-CBB3-9637-532468E53A7A}"/>
                  </a:ext>
                </a:extLst>
              </p:cNvPr>
              <p:cNvSpPr txBox="1"/>
              <p:nvPr/>
            </p:nvSpPr>
            <p:spPr>
              <a:xfrm>
                <a:off x="3755573" y="5589973"/>
                <a:ext cx="748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omic Sans MS" panose="030F0702030302020204" pitchFamily="66" charset="0"/>
                  </a:rPr>
                  <a:t>row3</a:t>
                </a:r>
              </a:p>
            </p:txBody>
          </p:sp>
          <p:sp>
            <p:nvSpPr>
              <p:cNvPr id="110" name="ZoneTexte 109">
                <a:extLst>
                  <a:ext uri="{FF2B5EF4-FFF2-40B4-BE49-F238E27FC236}">
                    <a16:creationId xmlns:a16="http://schemas.microsoft.com/office/drawing/2014/main" id="{A072A50E-2396-32B9-43B2-F41EDE3E860B}"/>
                  </a:ext>
                </a:extLst>
              </p:cNvPr>
              <p:cNvSpPr txBox="1"/>
              <p:nvPr/>
            </p:nvSpPr>
            <p:spPr>
              <a:xfrm>
                <a:off x="5630884" y="5589973"/>
                <a:ext cx="748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omic Sans MS" panose="030F0702030302020204" pitchFamily="66" charset="0"/>
                  </a:rPr>
                  <a:t>row4</a:t>
                </a:r>
              </a:p>
            </p:txBody>
          </p:sp>
          <p:sp>
            <p:nvSpPr>
              <p:cNvPr id="111" name="ZoneTexte 110">
                <a:extLst>
                  <a:ext uri="{FF2B5EF4-FFF2-40B4-BE49-F238E27FC236}">
                    <a16:creationId xmlns:a16="http://schemas.microsoft.com/office/drawing/2014/main" id="{2EE6491B-B640-F144-FDD1-B787BC484465}"/>
                  </a:ext>
                </a:extLst>
              </p:cNvPr>
              <p:cNvSpPr txBox="1"/>
              <p:nvPr/>
            </p:nvSpPr>
            <p:spPr>
              <a:xfrm>
                <a:off x="7770054" y="5589973"/>
                <a:ext cx="9685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 err="1">
                    <a:latin typeface="Comic Sans MS" panose="030F0702030302020204" pitchFamily="66" charset="0"/>
                  </a:rPr>
                  <a:t>tonfaT</a:t>
                </a:r>
                <a:endParaRPr lang="en-GB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2" name="ZoneTexte 111">
                <a:extLst>
                  <a:ext uri="{FF2B5EF4-FFF2-40B4-BE49-F238E27FC236}">
                    <a16:creationId xmlns:a16="http://schemas.microsoft.com/office/drawing/2014/main" id="{C0B74571-F92A-0E41-D461-35702E47FE18}"/>
                  </a:ext>
                </a:extLst>
              </p:cNvPr>
              <p:cNvSpPr txBox="1"/>
              <p:nvPr/>
            </p:nvSpPr>
            <p:spPr>
              <a:xfrm>
                <a:off x="10112955" y="5589973"/>
                <a:ext cx="115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Comic Sans MS" panose="030F0702030302020204" pitchFamily="66" charset="0"/>
                  </a:rPr>
                  <a:t>tonfaT2</a:t>
                </a:r>
              </a:p>
            </p:txBody>
          </p:sp>
        </p:grpSp>
      </p:grpSp>
      <p:grpSp>
        <p:nvGrpSpPr>
          <p:cNvPr id="333" name="Groupe 332">
            <a:extLst>
              <a:ext uri="{FF2B5EF4-FFF2-40B4-BE49-F238E27FC236}">
                <a16:creationId xmlns:a16="http://schemas.microsoft.com/office/drawing/2014/main" id="{91437F6D-3233-7585-9F94-62DEF62DCC71}"/>
              </a:ext>
            </a:extLst>
          </p:cNvPr>
          <p:cNvGrpSpPr/>
          <p:nvPr/>
        </p:nvGrpSpPr>
        <p:grpSpPr>
          <a:xfrm>
            <a:off x="5256812" y="4895378"/>
            <a:ext cx="1925849" cy="1449724"/>
            <a:chOff x="218944" y="183363"/>
            <a:chExt cx="1925849" cy="1449724"/>
          </a:xfrm>
        </p:grpSpPr>
        <p:grpSp>
          <p:nvGrpSpPr>
            <p:cNvPr id="332" name="Groupe 331">
              <a:extLst>
                <a:ext uri="{FF2B5EF4-FFF2-40B4-BE49-F238E27FC236}">
                  <a16:creationId xmlns:a16="http://schemas.microsoft.com/office/drawing/2014/main" id="{938C5D40-F33F-0B8B-11B5-F1F9A7946B1C}"/>
                </a:ext>
              </a:extLst>
            </p:cNvPr>
            <p:cNvGrpSpPr/>
            <p:nvPr/>
          </p:nvGrpSpPr>
          <p:grpSpPr>
            <a:xfrm>
              <a:off x="218944" y="183363"/>
              <a:ext cx="1925849" cy="1449724"/>
              <a:chOff x="218944" y="183363"/>
              <a:chExt cx="1925849" cy="1449724"/>
            </a:xfrm>
          </p:grpSpPr>
          <p:grpSp>
            <p:nvGrpSpPr>
              <p:cNvPr id="117" name="Groupe 116">
                <a:extLst>
                  <a:ext uri="{FF2B5EF4-FFF2-40B4-BE49-F238E27FC236}">
                    <a16:creationId xmlns:a16="http://schemas.microsoft.com/office/drawing/2014/main" id="{D0845CBD-1369-F281-14A1-B0C9F9466943}"/>
                  </a:ext>
                </a:extLst>
              </p:cNvPr>
              <p:cNvGrpSpPr/>
              <p:nvPr/>
            </p:nvGrpSpPr>
            <p:grpSpPr>
              <a:xfrm>
                <a:off x="855127" y="665908"/>
                <a:ext cx="501621" cy="300973"/>
                <a:chOff x="2768594" y="3900175"/>
                <a:chExt cx="1870360" cy="1122218"/>
              </a:xfrm>
            </p:grpSpPr>
            <p:grpSp>
              <p:nvGrpSpPr>
                <p:cNvPr id="118" name="Groupe 117">
                  <a:extLst>
                    <a:ext uri="{FF2B5EF4-FFF2-40B4-BE49-F238E27FC236}">
                      <a16:creationId xmlns:a16="http://schemas.microsoft.com/office/drawing/2014/main" id="{14EEA435-B7DE-CEF3-AD82-EA26F0387A40}"/>
                    </a:ext>
                  </a:extLst>
                </p:cNvPr>
                <p:cNvGrpSpPr/>
                <p:nvPr/>
              </p:nvGrpSpPr>
              <p:grpSpPr>
                <a:xfrm>
                  <a:off x="2768594" y="4648321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33" name="Rectangle 132">
                    <a:extLst>
                      <a:ext uri="{FF2B5EF4-FFF2-40B4-BE49-F238E27FC236}">
                        <a16:creationId xmlns:a16="http://schemas.microsoft.com/office/drawing/2014/main" id="{6BDA5E61-CD83-DBDF-6071-A1A0BD36881F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4" name="Rectangle 133">
                    <a:extLst>
                      <a:ext uri="{FF2B5EF4-FFF2-40B4-BE49-F238E27FC236}">
                        <a16:creationId xmlns:a16="http://schemas.microsoft.com/office/drawing/2014/main" id="{C2325D4B-3096-8940-B229-BAD156FD849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5" name="Rectangle 134">
                    <a:extLst>
                      <a:ext uri="{FF2B5EF4-FFF2-40B4-BE49-F238E27FC236}">
                        <a16:creationId xmlns:a16="http://schemas.microsoft.com/office/drawing/2014/main" id="{14C9E79B-A639-4393-3A58-F097EFE8105F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6" name="Rectangle 135">
                    <a:extLst>
                      <a:ext uri="{FF2B5EF4-FFF2-40B4-BE49-F238E27FC236}">
                        <a16:creationId xmlns:a16="http://schemas.microsoft.com/office/drawing/2014/main" id="{71FF2C01-0002-369E-C174-0AB74CC44E8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7" name="Rectangle 136">
                    <a:extLst>
                      <a:ext uri="{FF2B5EF4-FFF2-40B4-BE49-F238E27FC236}">
                        <a16:creationId xmlns:a16="http://schemas.microsoft.com/office/drawing/2014/main" id="{63B87E5C-FBE2-3E6E-524D-DC27F608370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8" name="Rectangle 137">
                    <a:extLst>
                      <a:ext uri="{FF2B5EF4-FFF2-40B4-BE49-F238E27FC236}">
                        <a16:creationId xmlns:a16="http://schemas.microsoft.com/office/drawing/2014/main" id="{C588331D-6C18-F4B3-01B9-ABCDCE6E690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19" name="Groupe 118">
                  <a:extLst>
                    <a:ext uri="{FF2B5EF4-FFF2-40B4-BE49-F238E27FC236}">
                      <a16:creationId xmlns:a16="http://schemas.microsoft.com/office/drawing/2014/main" id="{7CD5742B-4754-633B-812B-35B1C12354A9}"/>
                    </a:ext>
                  </a:extLst>
                </p:cNvPr>
                <p:cNvGrpSpPr/>
                <p:nvPr/>
              </p:nvGrpSpPr>
              <p:grpSpPr>
                <a:xfrm>
                  <a:off x="2768594" y="4274249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27" name="Rectangle 126">
                    <a:extLst>
                      <a:ext uri="{FF2B5EF4-FFF2-40B4-BE49-F238E27FC236}">
                        <a16:creationId xmlns:a16="http://schemas.microsoft.com/office/drawing/2014/main" id="{2D2A86C3-596D-913A-6FEF-27B3515B7102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8" name="Rectangle 127">
                    <a:extLst>
                      <a:ext uri="{FF2B5EF4-FFF2-40B4-BE49-F238E27FC236}">
                        <a16:creationId xmlns:a16="http://schemas.microsoft.com/office/drawing/2014/main" id="{5169F73C-4209-9FE4-7C0B-FA364E026B6F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9" name="Rectangle 128">
                    <a:extLst>
                      <a:ext uri="{FF2B5EF4-FFF2-40B4-BE49-F238E27FC236}">
                        <a16:creationId xmlns:a16="http://schemas.microsoft.com/office/drawing/2014/main" id="{EE8CF85F-E5E3-0108-DDF9-D963EEC9E62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0" name="Rectangle 129">
                    <a:extLst>
                      <a:ext uri="{FF2B5EF4-FFF2-40B4-BE49-F238E27FC236}">
                        <a16:creationId xmlns:a16="http://schemas.microsoft.com/office/drawing/2014/main" id="{D3E25969-DD8F-29B2-E999-095CF3D74FA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1" name="Rectangle 130">
                    <a:extLst>
                      <a:ext uri="{FF2B5EF4-FFF2-40B4-BE49-F238E27FC236}">
                        <a16:creationId xmlns:a16="http://schemas.microsoft.com/office/drawing/2014/main" id="{7C2653B9-DA7D-11C6-BEBD-C457442946B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2" name="Rectangle 131">
                    <a:extLst>
                      <a:ext uri="{FF2B5EF4-FFF2-40B4-BE49-F238E27FC236}">
                        <a16:creationId xmlns:a16="http://schemas.microsoft.com/office/drawing/2014/main" id="{4899E65C-B55D-0D96-0E07-B9972C38213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20" name="Groupe 119">
                  <a:extLst>
                    <a:ext uri="{FF2B5EF4-FFF2-40B4-BE49-F238E27FC236}">
                      <a16:creationId xmlns:a16="http://schemas.microsoft.com/office/drawing/2014/main" id="{06147800-5C80-1BA3-EC3F-53864547F722}"/>
                    </a:ext>
                  </a:extLst>
                </p:cNvPr>
                <p:cNvGrpSpPr/>
                <p:nvPr/>
              </p:nvGrpSpPr>
              <p:grpSpPr>
                <a:xfrm>
                  <a:off x="2768594" y="3900175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21" name="Rectangle 120">
                    <a:extLst>
                      <a:ext uri="{FF2B5EF4-FFF2-40B4-BE49-F238E27FC236}">
                        <a16:creationId xmlns:a16="http://schemas.microsoft.com/office/drawing/2014/main" id="{7DBAE568-BC7E-CA7A-5EB7-E2FD3E7D2CC4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2" name="Rectangle 121">
                    <a:extLst>
                      <a:ext uri="{FF2B5EF4-FFF2-40B4-BE49-F238E27FC236}">
                        <a16:creationId xmlns:a16="http://schemas.microsoft.com/office/drawing/2014/main" id="{9E2E4E90-1684-D509-6987-F140337A170B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3" name="Rectangle 122">
                    <a:extLst>
                      <a:ext uri="{FF2B5EF4-FFF2-40B4-BE49-F238E27FC236}">
                        <a16:creationId xmlns:a16="http://schemas.microsoft.com/office/drawing/2014/main" id="{ABFABD61-A35A-2FFD-0A32-AB466CE838C9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934318F1-A34C-087F-E62B-2F90619EC65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5" name="Rectangle 124">
                    <a:extLst>
                      <a:ext uri="{FF2B5EF4-FFF2-40B4-BE49-F238E27FC236}">
                        <a16:creationId xmlns:a16="http://schemas.microsoft.com/office/drawing/2014/main" id="{B17D68C5-4291-32A0-C1D7-F282B550351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6" name="Rectangle 125">
                    <a:extLst>
                      <a:ext uri="{FF2B5EF4-FFF2-40B4-BE49-F238E27FC236}">
                        <a16:creationId xmlns:a16="http://schemas.microsoft.com/office/drawing/2014/main" id="{1FC61BC3-1654-EDAC-AC60-9F92B084FC2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139" name="Groupe 138">
                <a:extLst>
                  <a:ext uri="{FF2B5EF4-FFF2-40B4-BE49-F238E27FC236}">
                    <a16:creationId xmlns:a16="http://schemas.microsoft.com/office/drawing/2014/main" id="{F124EEAE-099E-7368-8046-B5712F876200}"/>
                  </a:ext>
                </a:extLst>
              </p:cNvPr>
              <p:cNvGrpSpPr/>
              <p:nvPr/>
            </p:nvGrpSpPr>
            <p:grpSpPr>
              <a:xfrm>
                <a:off x="218944" y="884431"/>
                <a:ext cx="501621" cy="200649"/>
                <a:chOff x="3691461" y="1690374"/>
                <a:chExt cx="1870360" cy="748146"/>
              </a:xfrm>
            </p:grpSpPr>
            <p:grpSp>
              <p:nvGrpSpPr>
                <p:cNvPr id="140" name="Groupe 139">
                  <a:extLst>
                    <a:ext uri="{FF2B5EF4-FFF2-40B4-BE49-F238E27FC236}">
                      <a16:creationId xmlns:a16="http://schemas.microsoft.com/office/drawing/2014/main" id="{ACD3D1F3-CFE7-379B-1D20-E93C9F0B00A7}"/>
                    </a:ext>
                  </a:extLst>
                </p:cNvPr>
                <p:cNvGrpSpPr/>
                <p:nvPr/>
              </p:nvGrpSpPr>
              <p:grpSpPr>
                <a:xfrm>
                  <a:off x="3691461" y="2064448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D70AB9AA-3448-9A11-6DD5-47EB1AA4029C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5" name="Rectangle 144">
                    <a:extLst>
                      <a:ext uri="{FF2B5EF4-FFF2-40B4-BE49-F238E27FC236}">
                        <a16:creationId xmlns:a16="http://schemas.microsoft.com/office/drawing/2014/main" id="{F0308C5E-97A9-55C1-B2C7-06DD1F2807D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48DAF7BE-6912-7F47-CADE-3B3A040923DA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7" name="Rectangle 146">
                    <a:extLst>
                      <a:ext uri="{FF2B5EF4-FFF2-40B4-BE49-F238E27FC236}">
                        <a16:creationId xmlns:a16="http://schemas.microsoft.com/office/drawing/2014/main" id="{D5BAA1EC-5A5B-8137-B20D-B7C257BD00D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8" name="Rectangle 147">
                    <a:extLst>
                      <a:ext uri="{FF2B5EF4-FFF2-40B4-BE49-F238E27FC236}">
                        <a16:creationId xmlns:a16="http://schemas.microsoft.com/office/drawing/2014/main" id="{E93804F3-0C62-F214-E052-8D0D59E921C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9" name="Rectangle 148">
                    <a:extLst>
                      <a:ext uri="{FF2B5EF4-FFF2-40B4-BE49-F238E27FC236}">
                        <a16:creationId xmlns:a16="http://schemas.microsoft.com/office/drawing/2014/main" id="{69BAE4D7-F07F-07D0-FD8A-F8BA132E9C8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41" name="Groupe 140">
                  <a:extLst>
                    <a:ext uri="{FF2B5EF4-FFF2-40B4-BE49-F238E27FC236}">
                      <a16:creationId xmlns:a16="http://schemas.microsoft.com/office/drawing/2014/main" id="{5BE1D013-5CF5-3040-2E20-7741E4B6C44F}"/>
                    </a:ext>
                  </a:extLst>
                </p:cNvPr>
                <p:cNvGrpSpPr/>
                <p:nvPr/>
              </p:nvGrpSpPr>
              <p:grpSpPr>
                <a:xfrm>
                  <a:off x="3691461" y="1690374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42" name="Rectangle 141">
                    <a:extLst>
                      <a:ext uri="{FF2B5EF4-FFF2-40B4-BE49-F238E27FC236}">
                        <a16:creationId xmlns:a16="http://schemas.microsoft.com/office/drawing/2014/main" id="{BE7C810B-4037-071E-D201-A054CF247F97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2124D4AC-33E9-EA81-352D-171EEB2A57E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150" name="Groupe 149">
                <a:extLst>
                  <a:ext uri="{FF2B5EF4-FFF2-40B4-BE49-F238E27FC236}">
                    <a16:creationId xmlns:a16="http://schemas.microsoft.com/office/drawing/2014/main" id="{1463F64D-DD58-669A-A19E-3015C18BCDC6}"/>
                  </a:ext>
                </a:extLst>
              </p:cNvPr>
              <p:cNvGrpSpPr/>
              <p:nvPr/>
            </p:nvGrpSpPr>
            <p:grpSpPr>
              <a:xfrm>
                <a:off x="1227378" y="200441"/>
                <a:ext cx="300972" cy="300973"/>
                <a:chOff x="2768594" y="3900175"/>
                <a:chExt cx="1122216" cy="1122218"/>
              </a:xfrm>
            </p:grpSpPr>
            <p:grpSp>
              <p:nvGrpSpPr>
                <p:cNvPr id="151" name="Groupe 150">
                  <a:extLst>
                    <a:ext uri="{FF2B5EF4-FFF2-40B4-BE49-F238E27FC236}">
                      <a16:creationId xmlns:a16="http://schemas.microsoft.com/office/drawing/2014/main" id="{6680C35C-02E0-9B3E-50E0-93A3447DBF03}"/>
                    </a:ext>
                  </a:extLst>
                </p:cNvPr>
                <p:cNvGrpSpPr/>
                <p:nvPr/>
              </p:nvGrpSpPr>
              <p:grpSpPr>
                <a:xfrm>
                  <a:off x="2768594" y="4648321"/>
                  <a:ext cx="1122216" cy="374072"/>
                  <a:chOff x="3267983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62" name="Rectangle 161">
                    <a:extLst>
                      <a:ext uri="{FF2B5EF4-FFF2-40B4-BE49-F238E27FC236}">
                        <a16:creationId xmlns:a16="http://schemas.microsoft.com/office/drawing/2014/main" id="{68686A3D-3929-C97C-9148-7A4F7907A1D1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49D4595C-4B94-75F1-CE47-368C598B8BF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4" name="Rectangle 163">
                    <a:extLst>
                      <a:ext uri="{FF2B5EF4-FFF2-40B4-BE49-F238E27FC236}">
                        <a16:creationId xmlns:a16="http://schemas.microsoft.com/office/drawing/2014/main" id="{91954A3C-55A0-5A6C-1FE9-BBED0AEEE5C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747D6176-F3EE-BA7D-032F-CA12743D00F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52" name="Groupe 151">
                  <a:extLst>
                    <a:ext uri="{FF2B5EF4-FFF2-40B4-BE49-F238E27FC236}">
                      <a16:creationId xmlns:a16="http://schemas.microsoft.com/office/drawing/2014/main" id="{93549BE0-2B37-6DA8-FC0E-FBC47513EF3D}"/>
                    </a:ext>
                  </a:extLst>
                </p:cNvPr>
                <p:cNvGrpSpPr/>
                <p:nvPr/>
              </p:nvGrpSpPr>
              <p:grpSpPr>
                <a:xfrm>
                  <a:off x="2768594" y="4274249"/>
                  <a:ext cx="1122216" cy="374072"/>
                  <a:chOff x="3267983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58" name="Rectangle 157">
                    <a:extLst>
                      <a:ext uri="{FF2B5EF4-FFF2-40B4-BE49-F238E27FC236}">
                        <a16:creationId xmlns:a16="http://schemas.microsoft.com/office/drawing/2014/main" id="{62AD7F21-B3E8-4527-0D8A-113A58ED4E6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9" name="Rectangle 158">
                    <a:extLst>
                      <a:ext uri="{FF2B5EF4-FFF2-40B4-BE49-F238E27FC236}">
                        <a16:creationId xmlns:a16="http://schemas.microsoft.com/office/drawing/2014/main" id="{757964A6-AC3B-7FDC-E5A6-6CDD45244CB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0" name="Rectangle 159">
                    <a:extLst>
                      <a:ext uri="{FF2B5EF4-FFF2-40B4-BE49-F238E27FC236}">
                        <a16:creationId xmlns:a16="http://schemas.microsoft.com/office/drawing/2014/main" id="{2280BEC2-9AFB-C352-7DF9-81C291904C8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35BD8500-69DF-98CB-030F-CC17E913C53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53" name="Groupe 152">
                  <a:extLst>
                    <a:ext uri="{FF2B5EF4-FFF2-40B4-BE49-F238E27FC236}">
                      <a16:creationId xmlns:a16="http://schemas.microsoft.com/office/drawing/2014/main" id="{D17267A2-247C-3E97-0117-725F405612E3}"/>
                    </a:ext>
                  </a:extLst>
                </p:cNvPr>
                <p:cNvGrpSpPr/>
                <p:nvPr/>
              </p:nvGrpSpPr>
              <p:grpSpPr>
                <a:xfrm>
                  <a:off x="2768594" y="3900175"/>
                  <a:ext cx="1122216" cy="374072"/>
                  <a:chOff x="3267983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54" name="Rectangle 153">
                    <a:extLst>
                      <a:ext uri="{FF2B5EF4-FFF2-40B4-BE49-F238E27FC236}">
                        <a16:creationId xmlns:a16="http://schemas.microsoft.com/office/drawing/2014/main" id="{521318D4-AAE7-EB9B-51B0-4D008FF71148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5" name="Rectangle 154">
                    <a:extLst>
                      <a:ext uri="{FF2B5EF4-FFF2-40B4-BE49-F238E27FC236}">
                        <a16:creationId xmlns:a16="http://schemas.microsoft.com/office/drawing/2014/main" id="{F3419279-0579-4A5B-CF49-0D62327A4CA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6" name="Rectangle 155">
                    <a:extLst>
                      <a:ext uri="{FF2B5EF4-FFF2-40B4-BE49-F238E27FC236}">
                        <a16:creationId xmlns:a16="http://schemas.microsoft.com/office/drawing/2014/main" id="{8166B1C1-DAFA-6C88-A8E9-027272AD8C1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7" name="Rectangle 156">
                    <a:extLst>
                      <a:ext uri="{FF2B5EF4-FFF2-40B4-BE49-F238E27FC236}">
                        <a16:creationId xmlns:a16="http://schemas.microsoft.com/office/drawing/2014/main" id="{44C810E1-BA88-07FE-5E75-A46285DF21D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BAA14219-942E-39D5-6CBE-6F3F845A937A}"/>
                  </a:ext>
                </a:extLst>
              </p:cNvPr>
              <p:cNvSpPr/>
              <p:nvPr/>
            </p:nvSpPr>
            <p:spPr>
              <a:xfrm rot="16200000">
                <a:off x="1483075" y="590903"/>
                <a:ext cx="100324" cy="1003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67" name="Groupe 166">
                <a:extLst>
                  <a:ext uri="{FF2B5EF4-FFF2-40B4-BE49-F238E27FC236}">
                    <a16:creationId xmlns:a16="http://schemas.microsoft.com/office/drawing/2014/main" id="{12AB87EB-3E96-D971-A653-22A2F9A81E98}"/>
                  </a:ext>
                </a:extLst>
              </p:cNvPr>
              <p:cNvGrpSpPr/>
              <p:nvPr/>
            </p:nvGrpSpPr>
            <p:grpSpPr>
              <a:xfrm>
                <a:off x="220254" y="1219078"/>
                <a:ext cx="300973" cy="200649"/>
                <a:chOff x="3691461" y="1690374"/>
                <a:chExt cx="1122216" cy="748146"/>
              </a:xfrm>
            </p:grpSpPr>
            <p:grpSp>
              <p:nvGrpSpPr>
                <p:cNvPr id="168" name="Groupe 167">
                  <a:extLst>
                    <a:ext uri="{FF2B5EF4-FFF2-40B4-BE49-F238E27FC236}">
                      <a16:creationId xmlns:a16="http://schemas.microsoft.com/office/drawing/2014/main" id="{778E1A8B-56EE-49A3-DE47-AB2924DA8FC0}"/>
                    </a:ext>
                  </a:extLst>
                </p:cNvPr>
                <p:cNvGrpSpPr/>
                <p:nvPr/>
              </p:nvGrpSpPr>
              <p:grpSpPr>
                <a:xfrm>
                  <a:off x="3691461" y="2064448"/>
                  <a:ext cx="1122216" cy="374072"/>
                  <a:chOff x="3267983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72" name="Rectangle 171">
                    <a:extLst>
                      <a:ext uri="{FF2B5EF4-FFF2-40B4-BE49-F238E27FC236}">
                        <a16:creationId xmlns:a16="http://schemas.microsoft.com/office/drawing/2014/main" id="{3341295B-AF73-2581-51A5-5CE2AD5CDFAC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3" name="Rectangle 172">
                    <a:extLst>
                      <a:ext uri="{FF2B5EF4-FFF2-40B4-BE49-F238E27FC236}">
                        <a16:creationId xmlns:a16="http://schemas.microsoft.com/office/drawing/2014/main" id="{0DB0AEBC-3822-D8E1-9160-1B6CAB3B1FFB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A15D2B32-A3A8-388A-2518-5D8444B1CE64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C04439EE-A740-E623-F014-9F8A8019224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E34BF44E-B5E9-00D2-5D03-1226CE930A9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7" name="Rectangle 176">
                    <a:extLst>
                      <a:ext uri="{FF2B5EF4-FFF2-40B4-BE49-F238E27FC236}">
                        <a16:creationId xmlns:a16="http://schemas.microsoft.com/office/drawing/2014/main" id="{A725E92C-2376-47D7-467D-27E1307F6E2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69" name="Groupe 168">
                  <a:extLst>
                    <a:ext uri="{FF2B5EF4-FFF2-40B4-BE49-F238E27FC236}">
                      <a16:creationId xmlns:a16="http://schemas.microsoft.com/office/drawing/2014/main" id="{D6EDE771-2BD9-5B15-0AFB-91AA67DF0C43}"/>
                    </a:ext>
                  </a:extLst>
                </p:cNvPr>
                <p:cNvGrpSpPr/>
                <p:nvPr/>
              </p:nvGrpSpPr>
              <p:grpSpPr>
                <a:xfrm>
                  <a:off x="3691461" y="1690374"/>
                  <a:ext cx="1122216" cy="374072"/>
                  <a:chOff x="3267983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9371C7A8-A9DF-D435-8D29-DCCB16B5B73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1" name="Rectangle 170">
                    <a:extLst>
                      <a:ext uri="{FF2B5EF4-FFF2-40B4-BE49-F238E27FC236}">
                        <a16:creationId xmlns:a16="http://schemas.microsoft.com/office/drawing/2014/main" id="{32A3DA73-AC14-6DD8-DE2F-96ACBC5B1AA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194" name="Groupe 193">
                <a:extLst>
                  <a:ext uri="{FF2B5EF4-FFF2-40B4-BE49-F238E27FC236}">
                    <a16:creationId xmlns:a16="http://schemas.microsoft.com/office/drawing/2014/main" id="{F2DC05A6-9B5B-A541-F2EC-7A24147B8BBE}"/>
                  </a:ext>
                </a:extLst>
              </p:cNvPr>
              <p:cNvGrpSpPr/>
              <p:nvPr/>
            </p:nvGrpSpPr>
            <p:grpSpPr>
              <a:xfrm>
                <a:off x="1643173" y="340091"/>
                <a:ext cx="501620" cy="601945"/>
                <a:chOff x="8344297" y="665907"/>
                <a:chExt cx="1870360" cy="2244436"/>
              </a:xfrm>
            </p:grpSpPr>
            <p:grpSp>
              <p:nvGrpSpPr>
                <p:cNvPr id="178" name="Groupe 177">
                  <a:extLst>
                    <a:ext uri="{FF2B5EF4-FFF2-40B4-BE49-F238E27FC236}">
                      <a16:creationId xmlns:a16="http://schemas.microsoft.com/office/drawing/2014/main" id="{5055D542-5300-04D4-74FD-595D975A18B1}"/>
                    </a:ext>
                  </a:extLst>
                </p:cNvPr>
                <p:cNvGrpSpPr/>
                <p:nvPr/>
              </p:nvGrpSpPr>
              <p:grpSpPr>
                <a:xfrm>
                  <a:off x="9092441" y="665907"/>
                  <a:ext cx="1122216" cy="1122218"/>
                  <a:chOff x="3516738" y="3900175"/>
                  <a:chExt cx="1122216" cy="1122218"/>
                </a:xfrm>
              </p:grpSpPr>
              <p:grpSp>
                <p:nvGrpSpPr>
                  <p:cNvPr id="202" name="Groupe 201">
                    <a:extLst>
                      <a:ext uri="{FF2B5EF4-FFF2-40B4-BE49-F238E27FC236}">
                        <a16:creationId xmlns:a16="http://schemas.microsoft.com/office/drawing/2014/main" id="{B05B52E4-C2D6-F097-1852-D94A51180ADC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4648321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13" name="Rectangle 212">
                      <a:extLst>
                        <a:ext uri="{FF2B5EF4-FFF2-40B4-BE49-F238E27FC236}">
                          <a16:creationId xmlns:a16="http://schemas.microsoft.com/office/drawing/2014/main" id="{CF462934-B5AD-1E14-CBE5-94D7C11B70E5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4" name="Rectangle 213">
                      <a:extLst>
                        <a:ext uri="{FF2B5EF4-FFF2-40B4-BE49-F238E27FC236}">
                          <a16:creationId xmlns:a16="http://schemas.microsoft.com/office/drawing/2014/main" id="{472CC637-94C8-AC9B-B12C-2E04CBE28C11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5" name="Rectangle 214">
                      <a:extLst>
                        <a:ext uri="{FF2B5EF4-FFF2-40B4-BE49-F238E27FC236}">
                          <a16:creationId xmlns:a16="http://schemas.microsoft.com/office/drawing/2014/main" id="{464B3820-78A2-1360-F7F0-6C99341A9DB8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6" name="Rectangle 215">
                      <a:extLst>
                        <a:ext uri="{FF2B5EF4-FFF2-40B4-BE49-F238E27FC236}">
                          <a16:creationId xmlns:a16="http://schemas.microsoft.com/office/drawing/2014/main" id="{D0601D1E-9A4E-171A-ACD9-1E273D093A7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03" name="Groupe 202">
                    <a:extLst>
                      <a:ext uri="{FF2B5EF4-FFF2-40B4-BE49-F238E27FC236}">
                        <a16:creationId xmlns:a16="http://schemas.microsoft.com/office/drawing/2014/main" id="{DE8EFE09-CC7E-251F-2834-BE3F58F65917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4274249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09" name="Rectangle 208">
                      <a:extLst>
                        <a:ext uri="{FF2B5EF4-FFF2-40B4-BE49-F238E27FC236}">
                          <a16:creationId xmlns:a16="http://schemas.microsoft.com/office/drawing/2014/main" id="{D33DAAE7-C0BC-94D8-97E8-D81B90ABDB5B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0" name="Rectangle 209">
                      <a:extLst>
                        <a:ext uri="{FF2B5EF4-FFF2-40B4-BE49-F238E27FC236}">
                          <a16:creationId xmlns:a16="http://schemas.microsoft.com/office/drawing/2014/main" id="{984EA7DD-AECD-4029-DC69-A3DD04370445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1" name="Rectangle 210">
                      <a:extLst>
                        <a:ext uri="{FF2B5EF4-FFF2-40B4-BE49-F238E27FC236}">
                          <a16:creationId xmlns:a16="http://schemas.microsoft.com/office/drawing/2014/main" id="{0F5500E8-4423-1440-46DA-63D9090F1A1B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2" name="Rectangle 211">
                      <a:extLst>
                        <a:ext uri="{FF2B5EF4-FFF2-40B4-BE49-F238E27FC236}">
                          <a16:creationId xmlns:a16="http://schemas.microsoft.com/office/drawing/2014/main" id="{36AD3C42-5F3E-D581-48F1-0A727A8C038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04" name="Groupe 203">
                    <a:extLst>
                      <a:ext uri="{FF2B5EF4-FFF2-40B4-BE49-F238E27FC236}">
                        <a16:creationId xmlns:a16="http://schemas.microsoft.com/office/drawing/2014/main" id="{039D2B5B-A94E-EBAE-1818-305B17BCF403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3900175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05" name="Rectangle 204">
                      <a:extLst>
                        <a:ext uri="{FF2B5EF4-FFF2-40B4-BE49-F238E27FC236}">
                          <a16:creationId xmlns:a16="http://schemas.microsoft.com/office/drawing/2014/main" id="{81D9E0E1-961B-3BD0-D5F5-4AB540697197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6" name="Rectangle 205">
                      <a:extLst>
                        <a:ext uri="{FF2B5EF4-FFF2-40B4-BE49-F238E27FC236}">
                          <a16:creationId xmlns:a16="http://schemas.microsoft.com/office/drawing/2014/main" id="{568FFB90-E102-BAB7-40CA-E0A7C50808D6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7" name="Rectangle 206">
                      <a:extLst>
                        <a:ext uri="{FF2B5EF4-FFF2-40B4-BE49-F238E27FC236}">
                          <a16:creationId xmlns:a16="http://schemas.microsoft.com/office/drawing/2014/main" id="{4559FC75-E3FF-EC8A-713E-9239DD9762C4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8" name="Rectangle 207">
                      <a:extLst>
                        <a:ext uri="{FF2B5EF4-FFF2-40B4-BE49-F238E27FC236}">
                          <a16:creationId xmlns:a16="http://schemas.microsoft.com/office/drawing/2014/main" id="{FD36C83B-A0C5-7748-071B-ED82AD72EA1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179" name="Groupe 178">
                  <a:extLst>
                    <a:ext uri="{FF2B5EF4-FFF2-40B4-BE49-F238E27FC236}">
                      <a16:creationId xmlns:a16="http://schemas.microsoft.com/office/drawing/2014/main" id="{4DF154C4-0AB6-70E9-67E6-0039D65315B3}"/>
                    </a:ext>
                  </a:extLst>
                </p:cNvPr>
                <p:cNvGrpSpPr/>
                <p:nvPr/>
              </p:nvGrpSpPr>
              <p:grpSpPr>
                <a:xfrm>
                  <a:off x="8344297" y="1788125"/>
                  <a:ext cx="1870360" cy="1122218"/>
                  <a:chOff x="2768594" y="3900175"/>
                  <a:chExt cx="1870360" cy="1122218"/>
                </a:xfrm>
              </p:grpSpPr>
              <p:grpSp>
                <p:nvGrpSpPr>
                  <p:cNvPr id="180" name="Groupe 179">
                    <a:extLst>
                      <a:ext uri="{FF2B5EF4-FFF2-40B4-BE49-F238E27FC236}">
                        <a16:creationId xmlns:a16="http://schemas.microsoft.com/office/drawing/2014/main" id="{12FA269C-29AB-E3C7-6E36-9F25EB1E0E00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4648321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96" name="Rectangle 195">
                      <a:extLst>
                        <a:ext uri="{FF2B5EF4-FFF2-40B4-BE49-F238E27FC236}">
                          <a16:creationId xmlns:a16="http://schemas.microsoft.com/office/drawing/2014/main" id="{01C403A2-BC91-1DF4-83C9-4B9F8852BD6B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7" name="Rectangle 196">
                      <a:extLst>
                        <a:ext uri="{FF2B5EF4-FFF2-40B4-BE49-F238E27FC236}">
                          <a16:creationId xmlns:a16="http://schemas.microsoft.com/office/drawing/2014/main" id="{82E2799D-25E5-A3D6-8D4E-12973FCB0791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8" name="Rectangle 197">
                      <a:extLst>
                        <a:ext uri="{FF2B5EF4-FFF2-40B4-BE49-F238E27FC236}">
                          <a16:creationId xmlns:a16="http://schemas.microsoft.com/office/drawing/2014/main" id="{D47FA0D5-BD7F-52F3-858A-78095940A5E0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9" name="Rectangle 198">
                      <a:extLst>
                        <a:ext uri="{FF2B5EF4-FFF2-40B4-BE49-F238E27FC236}">
                          <a16:creationId xmlns:a16="http://schemas.microsoft.com/office/drawing/2014/main" id="{A6A44C8C-80BE-30FE-EB01-0DA41A6BE56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0" name="Rectangle 199">
                      <a:extLst>
                        <a:ext uri="{FF2B5EF4-FFF2-40B4-BE49-F238E27FC236}">
                          <a16:creationId xmlns:a16="http://schemas.microsoft.com/office/drawing/2014/main" id="{D6E75E81-1066-B8C4-C8A2-7192C96A9FF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1" name="Rectangle 200">
                      <a:extLst>
                        <a:ext uri="{FF2B5EF4-FFF2-40B4-BE49-F238E27FC236}">
                          <a16:creationId xmlns:a16="http://schemas.microsoft.com/office/drawing/2014/main" id="{A9EBE5ED-8541-B353-F130-F78D0846803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81" name="Groupe 180">
                    <a:extLst>
                      <a:ext uri="{FF2B5EF4-FFF2-40B4-BE49-F238E27FC236}">
                        <a16:creationId xmlns:a16="http://schemas.microsoft.com/office/drawing/2014/main" id="{8865A1C0-EFC8-EBA4-E6F5-F8F2A39AFEBD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4274249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89" name="Rectangle 188">
                      <a:extLst>
                        <a:ext uri="{FF2B5EF4-FFF2-40B4-BE49-F238E27FC236}">
                          <a16:creationId xmlns:a16="http://schemas.microsoft.com/office/drawing/2014/main" id="{AC9F4EB4-0D30-4FB3-A75E-2A70F8391904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0" name="Rectangle 189">
                      <a:extLst>
                        <a:ext uri="{FF2B5EF4-FFF2-40B4-BE49-F238E27FC236}">
                          <a16:creationId xmlns:a16="http://schemas.microsoft.com/office/drawing/2014/main" id="{15AE0446-9E9C-1AFD-88D4-808B7123C4FF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1" name="Rectangle 190">
                      <a:extLst>
                        <a:ext uri="{FF2B5EF4-FFF2-40B4-BE49-F238E27FC236}">
                          <a16:creationId xmlns:a16="http://schemas.microsoft.com/office/drawing/2014/main" id="{43515088-AF54-5469-935F-9A6128BB5CF7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2" name="Rectangle 191">
                      <a:extLst>
                        <a:ext uri="{FF2B5EF4-FFF2-40B4-BE49-F238E27FC236}">
                          <a16:creationId xmlns:a16="http://schemas.microsoft.com/office/drawing/2014/main" id="{FEFDF6FA-CBEB-09D0-B575-AF661C0BD93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3" name="Rectangle 192">
                      <a:extLst>
                        <a:ext uri="{FF2B5EF4-FFF2-40B4-BE49-F238E27FC236}">
                          <a16:creationId xmlns:a16="http://schemas.microsoft.com/office/drawing/2014/main" id="{EC49730A-4D2B-0CEC-CF91-57896BF31E8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95" name="Rectangle 194">
                      <a:extLst>
                        <a:ext uri="{FF2B5EF4-FFF2-40B4-BE49-F238E27FC236}">
                          <a16:creationId xmlns:a16="http://schemas.microsoft.com/office/drawing/2014/main" id="{C3FD7372-0F01-14E9-7960-D637A003F7E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82" name="Groupe 181">
                    <a:extLst>
                      <a:ext uri="{FF2B5EF4-FFF2-40B4-BE49-F238E27FC236}">
                        <a16:creationId xmlns:a16="http://schemas.microsoft.com/office/drawing/2014/main" id="{5F4363F5-34DC-8A9C-D0E5-88F1B38518E4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3900175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183" name="Rectangle 182">
                      <a:extLst>
                        <a:ext uri="{FF2B5EF4-FFF2-40B4-BE49-F238E27FC236}">
                          <a16:creationId xmlns:a16="http://schemas.microsoft.com/office/drawing/2014/main" id="{520E0317-A75A-6178-7A07-FE724AFFFD76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4" name="Rectangle 183">
                      <a:extLst>
                        <a:ext uri="{FF2B5EF4-FFF2-40B4-BE49-F238E27FC236}">
                          <a16:creationId xmlns:a16="http://schemas.microsoft.com/office/drawing/2014/main" id="{A6A17667-E3A6-2372-CCEC-721EB13073A4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5" name="Rectangle 184">
                      <a:extLst>
                        <a:ext uri="{FF2B5EF4-FFF2-40B4-BE49-F238E27FC236}">
                          <a16:creationId xmlns:a16="http://schemas.microsoft.com/office/drawing/2014/main" id="{C9ADF7D1-5013-0BB6-FD24-FDDCADDC971B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6" name="Rectangle 185">
                      <a:extLst>
                        <a:ext uri="{FF2B5EF4-FFF2-40B4-BE49-F238E27FC236}">
                          <a16:creationId xmlns:a16="http://schemas.microsoft.com/office/drawing/2014/main" id="{2E44FC47-CA06-D611-5FB5-3331DA77810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7" name="Rectangle 186">
                      <a:extLst>
                        <a:ext uri="{FF2B5EF4-FFF2-40B4-BE49-F238E27FC236}">
                          <a16:creationId xmlns:a16="http://schemas.microsoft.com/office/drawing/2014/main" id="{5A23A85A-D1B0-AB7E-3736-B18FC1947521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88" name="Rectangle 187">
                      <a:extLst>
                        <a:ext uri="{FF2B5EF4-FFF2-40B4-BE49-F238E27FC236}">
                          <a16:creationId xmlns:a16="http://schemas.microsoft.com/office/drawing/2014/main" id="{EEE69A5E-0E31-CA1C-A62E-0C9D95A614A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  <p:grpSp>
            <p:nvGrpSpPr>
              <p:cNvPr id="217" name="Groupe 216">
                <a:extLst>
                  <a:ext uri="{FF2B5EF4-FFF2-40B4-BE49-F238E27FC236}">
                    <a16:creationId xmlns:a16="http://schemas.microsoft.com/office/drawing/2014/main" id="{A65F47E0-B108-B04C-1CD3-233DA4222B4D}"/>
                  </a:ext>
                </a:extLst>
              </p:cNvPr>
              <p:cNvGrpSpPr/>
              <p:nvPr/>
            </p:nvGrpSpPr>
            <p:grpSpPr>
              <a:xfrm flipH="1">
                <a:off x="271170" y="183363"/>
                <a:ext cx="501620" cy="601945"/>
                <a:chOff x="8344297" y="665907"/>
                <a:chExt cx="1870360" cy="2244436"/>
              </a:xfrm>
            </p:grpSpPr>
            <p:grpSp>
              <p:nvGrpSpPr>
                <p:cNvPr id="218" name="Groupe 217">
                  <a:extLst>
                    <a:ext uri="{FF2B5EF4-FFF2-40B4-BE49-F238E27FC236}">
                      <a16:creationId xmlns:a16="http://schemas.microsoft.com/office/drawing/2014/main" id="{ADD4E8ED-6D9B-A594-8A3E-E3D6F6AA2740}"/>
                    </a:ext>
                  </a:extLst>
                </p:cNvPr>
                <p:cNvGrpSpPr/>
                <p:nvPr/>
              </p:nvGrpSpPr>
              <p:grpSpPr>
                <a:xfrm>
                  <a:off x="9092441" y="665907"/>
                  <a:ext cx="1122216" cy="1122218"/>
                  <a:chOff x="3516738" y="3900175"/>
                  <a:chExt cx="1122216" cy="1122218"/>
                </a:xfrm>
              </p:grpSpPr>
              <p:grpSp>
                <p:nvGrpSpPr>
                  <p:cNvPr id="241" name="Groupe 240">
                    <a:extLst>
                      <a:ext uri="{FF2B5EF4-FFF2-40B4-BE49-F238E27FC236}">
                        <a16:creationId xmlns:a16="http://schemas.microsoft.com/office/drawing/2014/main" id="{2B1903CE-0A4C-3DE3-CBC2-8747E97B11D9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4648321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52" name="Rectangle 251">
                      <a:extLst>
                        <a:ext uri="{FF2B5EF4-FFF2-40B4-BE49-F238E27FC236}">
                          <a16:creationId xmlns:a16="http://schemas.microsoft.com/office/drawing/2014/main" id="{B62CC82E-4D71-ECE4-82B0-01FB458AB822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3" name="Rectangle 252">
                      <a:extLst>
                        <a:ext uri="{FF2B5EF4-FFF2-40B4-BE49-F238E27FC236}">
                          <a16:creationId xmlns:a16="http://schemas.microsoft.com/office/drawing/2014/main" id="{52B05286-55E2-A743-E00E-194725E2ABFE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4" name="Rectangle 253">
                      <a:extLst>
                        <a:ext uri="{FF2B5EF4-FFF2-40B4-BE49-F238E27FC236}">
                          <a16:creationId xmlns:a16="http://schemas.microsoft.com/office/drawing/2014/main" id="{74CDBB41-7A0A-E940-E7C4-5E9523279186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5" name="Rectangle 254">
                      <a:extLst>
                        <a:ext uri="{FF2B5EF4-FFF2-40B4-BE49-F238E27FC236}">
                          <a16:creationId xmlns:a16="http://schemas.microsoft.com/office/drawing/2014/main" id="{B4BC3C6D-51B8-1815-A058-6ED9E37E811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42" name="Groupe 241">
                    <a:extLst>
                      <a:ext uri="{FF2B5EF4-FFF2-40B4-BE49-F238E27FC236}">
                        <a16:creationId xmlns:a16="http://schemas.microsoft.com/office/drawing/2014/main" id="{8D28025B-7E14-E573-5B86-171A7E2991E1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4274249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48" name="Rectangle 247">
                      <a:extLst>
                        <a:ext uri="{FF2B5EF4-FFF2-40B4-BE49-F238E27FC236}">
                          <a16:creationId xmlns:a16="http://schemas.microsoft.com/office/drawing/2014/main" id="{33EE647F-914E-9D38-C21A-FE656A34082B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9" name="Rectangle 248">
                      <a:extLst>
                        <a:ext uri="{FF2B5EF4-FFF2-40B4-BE49-F238E27FC236}">
                          <a16:creationId xmlns:a16="http://schemas.microsoft.com/office/drawing/2014/main" id="{AD51DADE-86CD-2927-92B9-62C01E1BC030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0" name="Rectangle 249">
                      <a:extLst>
                        <a:ext uri="{FF2B5EF4-FFF2-40B4-BE49-F238E27FC236}">
                          <a16:creationId xmlns:a16="http://schemas.microsoft.com/office/drawing/2014/main" id="{66918C08-D5B1-81F4-1FF0-3D96B8014ED8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1" name="Rectangle 250">
                      <a:extLst>
                        <a:ext uri="{FF2B5EF4-FFF2-40B4-BE49-F238E27FC236}">
                          <a16:creationId xmlns:a16="http://schemas.microsoft.com/office/drawing/2014/main" id="{35BF4F46-A8A4-08CE-9CEE-835F160A05A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43" name="Groupe 242">
                    <a:extLst>
                      <a:ext uri="{FF2B5EF4-FFF2-40B4-BE49-F238E27FC236}">
                        <a16:creationId xmlns:a16="http://schemas.microsoft.com/office/drawing/2014/main" id="{BC000852-4AE7-2A0A-F95C-51B8D307073E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3900175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44" name="Rectangle 243">
                      <a:extLst>
                        <a:ext uri="{FF2B5EF4-FFF2-40B4-BE49-F238E27FC236}">
                          <a16:creationId xmlns:a16="http://schemas.microsoft.com/office/drawing/2014/main" id="{13B8E74F-EBC9-DB08-85F5-8F9DD7675862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5" name="Rectangle 244">
                      <a:extLst>
                        <a:ext uri="{FF2B5EF4-FFF2-40B4-BE49-F238E27FC236}">
                          <a16:creationId xmlns:a16="http://schemas.microsoft.com/office/drawing/2014/main" id="{4754E1B7-EEFE-4789-F718-0B670FF5C208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6" name="Rectangle 245">
                      <a:extLst>
                        <a:ext uri="{FF2B5EF4-FFF2-40B4-BE49-F238E27FC236}">
                          <a16:creationId xmlns:a16="http://schemas.microsoft.com/office/drawing/2014/main" id="{A92EBE39-53BF-D501-F447-ED36C58C035E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7" name="Rectangle 246">
                      <a:extLst>
                        <a:ext uri="{FF2B5EF4-FFF2-40B4-BE49-F238E27FC236}">
                          <a16:creationId xmlns:a16="http://schemas.microsoft.com/office/drawing/2014/main" id="{21F12900-AD0A-1D9B-90FB-DD1A8DC3249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219" name="Groupe 218">
                  <a:extLst>
                    <a:ext uri="{FF2B5EF4-FFF2-40B4-BE49-F238E27FC236}">
                      <a16:creationId xmlns:a16="http://schemas.microsoft.com/office/drawing/2014/main" id="{5C09F91F-BCB4-634D-A581-F384D4D28AC6}"/>
                    </a:ext>
                  </a:extLst>
                </p:cNvPr>
                <p:cNvGrpSpPr/>
                <p:nvPr/>
              </p:nvGrpSpPr>
              <p:grpSpPr>
                <a:xfrm>
                  <a:off x="8344297" y="1788125"/>
                  <a:ext cx="1870360" cy="1122218"/>
                  <a:chOff x="2768594" y="3900175"/>
                  <a:chExt cx="1870360" cy="1122218"/>
                </a:xfrm>
              </p:grpSpPr>
              <p:grpSp>
                <p:nvGrpSpPr>
                  <p:cNvPr id="220" name="Groupe 219">
                    <a:extLst>
                      <a:ext uri="{FF2B5EF4-FFF2-40B4-BE49-F238E27FC236}">
                        <a16:creationId xmlns:a16="http://schemas.microsoft.com/office/drawing/2014/main" id="{C38F5285-CB59-7482-A044-D7470ED0293D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4648321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35" name="Rectangle 234">
                      <a:extLst>
                        <a:ext uri="{FF2B5EF4-FFF2-40B4-BE49-F238E27FC236}">
                          <a16:creationId xmlns:a16="http://schemas.microsoft.com/office/drawing/2014/main" id="{188677F0-DD70-9783-6000-0E8383DA4927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6" name="Rectangle 235">
                      <a:extLst>
                        <a:ext uri="{FF2B5EF4-FFF2-40B4-BE49-F238E27FC236}">
                          <a16:creationId xmlns:a16="http://schemas.microsoft.com/office/drawing/2014/main" id="{30FB821D-2B6B-9DDF-D437-8A4B6DB22605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7" name="Rectangle 236">
                      <a:extLst>
                        <a:ext uri="{FF2B5EF4-FFF2-40B4-BE49-F238E27FC236}">
                          <a16:creationId xmlns:a16="http://schemas.microsoft.com/office/drawing/2014/main" id="{7AF0CB3E-9167-5FB7-2A5C-4DCBE9264C4A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8" name="Rectangle 237">
                      <a:extLst>
                        <a:ext uri="{FF2B5EF4-FFF2-40B4-BE49-F238E27FC236}">
                          <a16:creationId xmlns:a16="http://schemas.microsoft.com/office/drawing/2014/main" id="{6A2A3D75-857C-6476-6CC2-A1A69C15233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9" name="Rectangle 238">
                      <a:extLst>
                        <a:ext uri="{FF2B5EF4-FFF2-40B4-BE49-F238E27FC236}">
                          <a16:creationId xmlns:a16="http://schemas.microsoft.com/office/drawing/2014/main" id="{F7740463-22EA-394C-00A7-28F5F6B6DCA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0" name="Rectangle 239">
                      <a:extLst>
                        <a:ext uri="{FF2B5EF4-FFF2-40B4-BE49-F238E27FC236}">
                          <a16:creationId xmlns:a16="http://schemas.microsoft.com/office/drawing/2014/main" id="{E3887349-DF44-02F8-F9BF-2056F2B6D9C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21" name="Groupe 220">
                    <a:extLst>
                      <a:ext uri="{FF2B5EF4-FFF2-40B4-BE49-F238E27FC236}">
                        <a16:creationId xmlns:a16="http://schemas.microsoft.com/office/drawing/2014/main" id="{2E4BCB11-2D52-AD21-0B8F-7F9A3F90E114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4274249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29" name="Rectangle 228">
                      <a:extLst>
                        <a:ext uri="{FF2B5EF4-FFF2-40B4-BE49-F238E27FC236}">
                          <a16:creationId xmlns:a16="http://schemas.microsoft.com/office/drawing/2014/main" id="{ECA62841-161E-3772-0CB3-C55140F08339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0" name="Rectangle 229">
                      <a:extLst>
                        <a:ext uri="{FF2B5EF4-FFF2-40B4-BE49-F238E27FC236}">
                          <a16:creationId xmlns:a16="http://schemas.microsoft.com/office/drawing/2014/main" id="{F30D088E-1602-C688-66B8-56CC6A3777C3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1" name="Rectangle 230">
                      <a:extLst>
                        <a:ext uri="{FF2B5EF4-FFF2-40B4-BE49-F238E27FC236}">
                          <a16:creationId xmlns:a16="http://schemas.microsoft.com/office/drawing/2014/main" id="{6B589B25-8FCB-00DA-66CE-68FD96422484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2" name="Rectangle 231">
                      <a:extLst>
                        <a:ext uri="{FF2B5EF4-FFF2-40B4-BE49-F238E27FC236}">
                          <a16:creationId xmlns:a16="http://schemas.microsoft.com/office/drawing/2014/main" id="{3A3CD05C-0959-B67F-555C-3B8D773C47EA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3" name="Rectangle 232">
                      <a:extLst>
                        <a:ext uri="{FF2B5EF4-FFF2-40B4-BE49-F238E27FC236}">
                          <a16:creationId xmlns:a16="http://schemas.microsoft.com/office/drawing/2014/main" id="{C49788A8-0F27-0416-7DDD-25CFCE0969A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4" name="Rectangle 233">
                      <a:extLst>
                        <a:ext uri="{FF2B5EF4-FFF2-40B4-BE49-F238E27FC236}">
                          <a16:creationId xmlns:a16="http://schemas.microsoft.com/office/drawing/2014/main" id="{CDC2F0AA-EEF2-3C51-D80E-B9E3E7BC425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22" name="Groupe 221">
                    <a:extLst>
                      <a:ext uri="{FF2B5EF4-FFF2-40B4-BE49-F238E27FC236}">
                        <a16:creationId xmlns:a16="http://schemas.microsoft.com/office/drawing/2014/main" id="{69735201-1F95-DD23-37EE-594F57E6B777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3900175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23" name="Rectangle 222">
                      <a:extLst>
                        <a:ext uri="{FF2B5EF4-FFF2-40B4-BE49-F238E27FC236}">
                          <a16:creationId xmlns:a16="http://schemas.microsoft.com/office/drawing/2014/main" id="{3A76C375-636D-A69E-4798-31F414B23E47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4" name="Rectangle 223">
                      <a:extLst>
                        <a:ext uri="{FF2B5EF4-FFF2-40B4-BE49-F238E27FC236}">
                          <a16:creationId xmlns:a16="http://schemas.microsoft.com/office/drawing/2014/main" id="{5124FF75-0D59-5843-79C0-53F12C096C44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5" name="Rectangle 224">
                      <a:extLst>
                        <a:ext uri="{FF2B5EF4-FFF2-40B4-BE49-F238E27FC236}">
                          <a16:creationId xmlns:a16="http://schemas.microsoft.com/office/drawing/2014/main" id="{7E10A36C-AFA1-36A6-1395-E3BBBB18B0AF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6" name="Rectangle 225">
                      <a:extLst>
                        <a:ext uri="{FF2B5EF4-FFF2-40B4-BE49-F238E27FC236}">
                          <a16:creationId xmlns:a16="http://schemas.microsoft.com/office/drawing/2014/main" id="{2892760B-55EA-0594-C3A1-364AED4CDC61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7" name="Rectangle 226">
                      <a:extLst>
                        <a:ext uri="{FF2B5EF4-FFF2-40B4-BE49-F238E27FC236}">
                          <a16:creationId xmlns:a16="http://schemas.microsoft.com/office/drawing/2014/main" id="{A941AC00-FAF0-7EE2-9E0C-538DC78E262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8" name="Rectangle 227">
                      <a:extLst>
                        <a:ext uri="{FF2B5EF4-FFF2-40B4-BE49-F238E27FC236}">
                          <a16:creationId xmlns:a16="http://schemas.microsoft.com/office/drawing/2014/main" id="{8F44AC89-C394-D10F-6C4D-42569F4F4F7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  <p:grpSp>
            <p:nvGrpSpPr>
              <p:cNvPr id="307" name="Groupe 306">
                <a:extLst>
                  <a:ext uri="{FF2B5EF4-FFF2-40B4-BE49-F238E27FC236}">
                    <a16:creationId xmlns:a16="http://schemas.microsoft.com/office/drawing/2014/main" id="{E4BA9D65-DC1C-5A11-190D-C16DE2455D43}"/>
                  </a:ext>
                </a:extLst>
              </p:cNvPr>
              <p:cNvGrpSpPr/>
              <p:nvPr/>
            </p:nvGrpSpPr>
            <p:grpSpPr>
              <a:xfrm>
                <a:off x="831795" y="1131467"/>
                <a:ext cx="701442" cy="501620"/>
                <a:chOff x="5561821" y="3810121"/>
                <a:chExt cx="2615427" cy="1870362"/>
              </a:xfrm>
            </p:grpSpPr>
            <p:grpSp>
              <p:nvGrpSpPr>
                <p:cNvPr id="256" name="Groupe 255">
                  <a:extLst>
                    <a:ext uri="{FF2B5EF4-FFF2-40B4-BE49-F238E27FC236}">
                      <a16:creationId xmlns:a16="http://schemas.microsoft.com/office/drawing/2014/main" id="{D7189EEB-0543-6BAF-8F5D-DD920BCE4040}"/>
                    </a:ext>
                  </a:extLst>
                </p:cNvPr>
                <p:cNvGrpSpPr/>
                <p:nvPr/>
              </p:nvGrpSpPr>
              <p:grpSpPr>
                <a:xfrm rot="10800000" flipH="1">
                  <a:off x="5561821" y="3810121"/>
                  <a:ext cx="1870360" cy="1870362"/>
                  <a:chOff x="8344297" y="1039981"/>
                  <a:chExt cx="1870360" cy="1870362"/>
                </a:xfrm>
              </p:grpSpPr>
              <p:grpSp>
                <p:nvGrpSpPr>
                  <p:cNvPr id="257" name="Groupe 256">
                    <a:extLst>
                      <a:ext uri="{FF2B5EF4-FFF2-40B4-BE49-F238E27FC236}">
                        <a16:creationId xmlns:a16="http://schemas.microsoft.com/office/drawing/2014/main" id="{DC6457EB-75BC-25ED-7CE9-5F0D9A180E61}"/>
                      </a:ext>
                    </a:extLst>
                  </p:cNvPr>
                  <p:cNvGrpSpPr/>
                  <p:nvPr/>
                </p:nvGrpSpPr>
                <p:grpSpPr>
                  <a:xfrm>
                    <a:off x="9092441" y="1039981"/>
                    <a:ext cx="1122216" cy="748144"/>
                    <a:chOff x="3516738" y="4274249"/>
                    <a:chExt cx="1122216" cy="748144"/>
                  </a:xfrm>
                </p:grpSpPr>
                <p:grpSp>
                  <p:nvGrpSpPr>
                    <p:cNvPr id="315" name="Groupe 314">
                      <a:extLst>
                        <a:ext uri="{FF2B5EF4-FFF2-40B4-BE49-F238E27FC236}">
                          <a16:creationId xmlns:a16="http://schemas.microsoft.com/office/drawing/2014/main" id="{C68C8656-A144-9FC1-0B6C-BC413A9852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6738" y="4648321"/>
                      <a:ext cx="1122216" cy="374072"/>
                      <a:chOff x="4016127" y="4399332"/>
                      <a:chExt cx="1122216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321" name="Rectangle 320">
                        <a:extLst>
                          <a:ext uri="{FF2B5EF4-FFF2-40B4-BE49-F238E27FC236}">
                            <a16:creationId xmlns:a16="http://schemas.microsoft.com/office/drawing/2014/main" id="{96ACBA1F-7842-74E9-EBD1-11B688D466A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22" name="Rectangle 321">
                        <a:extLst>
                          <a:ext uri="{FF2B5EF4-FFF2-40B4-BE49-F238E27FC236}">
                            <a16:creationId xmlns:a16="http://schemas.microsoft.com/office/drawing/2014/main" id="{3B7A591A-0284-9FA4-8D49-681A60BFF5E1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23" name="Rectangle 322">
                        <a:extLst>
                          <a:ext uri="{FF2B5EF4-FFF2-40B4-BE49-F238E27FC236}">
                            <a16:creationId xmlns:a16="http://schemas.microsoft.com/office/drawing/2014/main" id="{71A05805-53BA-3320-44D5-3C24BD9749D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24" name="Rectangle 323">
                        <a:extLst>
                          <a:ext uri="{FF2B5EF4-FFF2-40B4-BE49-F238E27FC236}">
                            <a16:creationId xmlns:a16="http://schemas.microsoft.com/office/drawing/2014/main" id="{95ECA095-F562-EDB7-B7EC-4251AD62E9F2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grpSp>
                  <p:nvGrpSpPr>
                    <p:cNvPr id="316" name="Groupe 315">
                      <a:extLst>
                        <a:ext uri="{FF2B5EF4-FFF2-40B4-BE49-F238E27FC236}">
                          <a16:creationId xmlns:a16="http://schemas.microsoft.com/office/drawing/2014/main" id="{4EEF5368-350D-8B31-063C-DEA49EEB2C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6738" y="4274249"/>
                      <a:ext cx="1122216" cy="374072"/>
                      <a:chOff x="4016127" y="4399332"/>
                      <a:chExt cx="1122216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317" name="Rectangle 316">
                        <a:extLst>
                          <a:ext uri="{FF2B5EF4-FFF2-40B4-BE49-F238E27FC236}">
                            <a16:creationId xmlns:a16="http://schemas.microsoft.com/office/drawing/2014/main" id="{010EF4E1-8D03-B277-8764-B5A2AC794438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18" name="Rectangle 317">
                        <a:extLst>
                          <a:ext uri="{FF2B5EF4-FFF2-40B4-BE49-F238E27FC236}">
                            <a16:creationId xmlns:a16="http://schemas.microsoft.com/office/drawing/2014/main" id="{DD63F90B-5119-234D-51D6-E73E675DF984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19" name="Rectangle 318">
                        <a:extLst>
                          <a:ext uri="{FF2B5EF4-FFF2-40B4-BE49-F238E27FC236}">
                            <a16:creationId xmlns:a16="http://schemas.microsoft.com/office/drawing/2014/main" id="{F9EA81EF-B93E-2B2D-9AAA-948CC55BFE9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20" name="Rectangle 319">
                        <a:extLst>
                          <a:ext uri="{FF2B5EF4-FFF2-40B4-BE49-F238E27FC236}">
                            <a16:creationId xmlns:a16="http://schemas.microsoft.com/office/drawing/2014/main" id="{6FED7874-01B1-CDA9-1AAA-90E0C75583C8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</p:grpSp>
              <p:grpSp>
                <p:nvGrpSpPr>
                  <p:cNvPr id="258" name="Groupe 257">
                    <a:extLst>
                      <a:ext uri="{FF2B5EF4-FFF2-40B4-BE49-F238E27FC236}">
                        <a16:creationId xmlns:a16="http://schemas.microsoft.com/office/drawing/2014/main" id="{33F82429-D16C-4F8B-6610-EBFB64320A4C}"/>
                      </a:ext>
                    </a:extLst>
                  </p:cNvPr>
                  <p:cNvGrpSpPr/>
                  <p:nvPr/>
                </p:nvGrpSpPr>
                <p:grpSpPr>
                  <a:xfrm>
                    <a:off x="8344297" y="1788125"/>
                    <a:ext cx="1870360" cy="1122218"/>
                    <a:chOff x="2768594" y="3900175"/>
                    <a:chExt cx="1870360" cy="1122218"/>
                  </a:xfrm>
                </p:grpSpPr>
                <p:grpSp>
                  <p:nvGrpSpPr>
                    <p:cNvPr id="259" name="Groupe 258">
                      <a:extLst>
                        <a:ext uri="{FF2B5EF4-FFF2-40B4-BE49-F238E27FC236}">
                          <a16:creationId xmlns:a16="http://schemas.microsoft.com/office/drawing/2014/main" id="{23FAF8CB-E474-3BCE-3152-1B017B003D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68594" y="4648321"/>
                      <a:ext cx="1870360" cy="374072"/>
                      <a:chOff x="3267983" y="4399332"/>
                      <a:chExt cx="1870360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309" name="Rectangle 308">
                        <a:extLst>
                          <a:ext uri="{FF2B5EF4-FFF2-40B4-BE49-F238E27FC236}">
                            <a16:creationId xmlns:a16="http://schemas.microsoft.com/office/drawing/2014/main" id="{8984E189-1C2E-7367-ADA2-998ACE41B790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10" name="Rectangle 309">
                        <a:extLst>
                          <a:ext uri="{FF2B5EF4-FFF2-40B4-BE49-F238E27FC236}">
                            <a16:creationId xmlns:a16="http://schemas.microsoft.com/office/drawing/2014/main" id="{25CB8032-8CE5-0E29-1EA3-04BE3218BF52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11" name="Rectangle 310">
                        <a:extLst>
                          <a:ext uri="{FF2B5EF4-FFF2-40B4-BE49-F238E27FC236}">
                            <a16:creationId xmlns:a16="http://schemas.microsoft.com/office/drawing/2014/main" id="{D1F6099B-0D7C-2083-EE06-319253CF8D0B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12" name="Rectangle 311">
                        <a:extLst>
                          <a:ext uri="{FF2B5EF4-FFF2-40B4-BE49-F238E27FC236}">
                            <a16:creationId xmlns:a16="http://schemas.microsoft.com/office/drawing/2014/main" id="{56EF218A-2D97-2678-38A5-388D42DC8D7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267983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13" name="Rectangle 312">
                        <a:extLst>
                          <a:ext uri="{FF2B5EF4-FFF2-40B4-BE49-F238E27FC236}">
                            <a16:creationId xmlns:a16="http://schemas.microsoft.com/office/drawing/2014/main" id="{851D52AB-C5CE-CB87-F0AE-F6F66EBF795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642055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14" name="Rectangle 313">
                        <a:extLst>
                          <a:ext uri="{FF2B5EF4-FFF2-40B4-BE49-F238E27FC236}">
                            <a16:creationId xmlns:a16="http://schemas.microsoft.com/office/drawing/2014/main" id="{1D8093AC-AF1D-3F21-44FC-B4CDC331658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grpSp>
                  <p:nvGrpSpPr>
                    <p:cNvPr id="260" name="Groupe 259">
                      <a:extLst>
                        <a:ext uri="{FF2B5EF4-FFF2-40B4-BE49-F238E27FC236}">
                          <a16:creationId xmlns:a16="http://schemas.microsoft.com/office/drawing/2014/main" id="{C30CAF37-59BB-98E5-1004-F46132C800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68594" y="4274249"/>
                      <a:ext cx="1870360" cy="374072"/>
                      <a:chOff x="3267983" y="4399332"/>
                      <a:chExt cx="1870360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268" name="Rectangle 267">
                        <a:extLst>
                          <a:ext uri="{FF2B5EF4-FFF2-40B4-BE49-F238E27FC236}">
                            <a16:creationId xmlns:a16="http://schemas.microsoft.com/office/drawing/2014/main" id="{013B49C0-B01E-8582-EEA6-C66679CBCBA9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69" name="Rectangle 268">
                        <a:extLst>
                          <a:ext uri="{FF2B5EF4-FFF2-40B4-BE49-F238E27FC236}">
                            <a16:creationId xmlns:a16="http://schemas.microsoft.com/office/drawing/2014/main" id="{6A296510-0D05-5C5A-DBF6-D6D9E60B5CD8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70" name="Rectangle 269">
                        <a:extLst>
                          <a:ext uri="{FF2B5EF4-FFF2-40B4-BE49-F238E27FC236}">
                            <a16:creationId xmlns:a16="http://schemas.microsoft.com/office/drawing/2014/main" id="{9474C105-000B-4BF2-D529-F46015EDE715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71" name="Rectangle 270">
                        <a:extLst>
                          <a:ext uri="{FF2B5EF4-FFF2-40B4-BE49-F238E27FC236}">
                            <a16:creationId xmlns:a16="http://schemas.microsoft.com/office/drawing/2014/main" id="{3EF2E163-E4B6-45E4-DE37-DF5BF283F2A6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267983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72" name="Rectangle 271">
                        <a:extLst>
                          <a:ext uri="{FF2B5EF4-FFF2-40B4-BE49-F238E27FC236}">
                            <a16:creationId xmlns:a16="http://schemas.microsoft.com/office/drawing/2014/main" id="{C0EDC15B-690B-55F2-3E42-63D9B3E9AFA9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642055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08" name="Rectangle 307">
                        <a:extLst>
                          <a:ext uri="{FF2B5EF4-FFF2-40B4-BE49-F238E27FC236}">
                            <a16:creationId xmlns:a16="http://schemas.microsoft.com/office/drawing/2014/main" id="{618330EE-5173-D400-10B4-0752A149229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grpSp>
                  <p:nvGrpSpPr>
                    <p:cNvPr id="261" name="Groupe 260">
                      <a:extLst>
                        <a:ext uri="{FF2B5EF4-FFF2-40B4-BE49-F238E27FC236}">
                          <a16:creationId xmlns:a16="http://schemas.microsoft.com/office/drawing/2014/main" id="{A5EABE59-33CB-DCE3-4711-B494224467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68594" y="3900175"/>
                      <a:ext cx="1870360" cy="374072"/>
                      <a:chOff x="3267983" y="4399332"/>
                      <a:chExt cx="1870360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262" name="Rectangle 261">
                        <a:extLst>
                          <a:ext uri="{FF2B5EF4-FFF2-40B4-BE49-F238E27FC236}">
                            <a16:creationId xmlns:a16="http://schemas.microsoft.com/office/drawing/2014/main" id="{5971BEA1-1F30-CC12-02B6-E5FDCD85D604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63" name="Rectangle 262">
                        <a:extLst>
                          <a:ext uri="{FF2B5EF4-FFF2-40B4-BE49-F238E27FC236}">
                            <a16:creationId xmlns:a16="http://schemas.microsoft.com/office/drawing/2014/main" id="{0316295D-3FC3-807E-693C-4425D1B3A32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64" name="Rectangle 263">
                        <a:extLst>
                          <a:ext uri="{FF2B5EF4-FFF2-40B4-BE49-F238E27FC236}">
                            <a16:creationId xmlns:a16="http://schemas.microsoft.com/office/drawing/2014/main" id="{AC130064-E8EB-E0E1-812D-CFBB1DC622F0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65" name="Rectangle 264">
                        <a:extLst>
                          <a:ext uri="{FF2B5EF4-FFF2-40B4-BE49-F238E27FC236}">
                            <a16:creationId xmlns:a16="http://schemas.microsoft.com/office/drawing/2014/main" id="{924AECCA-57AA-69A6-9C23-FF9B2569F519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267983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66" name="Rectangle 265">
                        <a:extLst>
                          <a:ext uri="{FF2B5EF4-FFF2-40B4-BE49-F238E27FC236}">
                            <a16:creationId xmlns:a16="http://schemas.microsoft.com/office/drawing/2014/main" id="{C3273F2E-EC65-7131-4C88-E37624434AC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642055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67" name="Rectangle 266">
                        <a:extLst>
                          <a:ext uri="{FF2B5EF4-FFF2-40B4-BE49-F238E27FC236}">
                            <a16:creationId xmlns:a16="http://schemas.microsoft.com/office/drawing/2014/main" id="{2B8A6098-27C9-AB04-0E43-36FA03F64548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</p:grpSp>
            </p:grpSp>
            <p:grpSp>
              <p:nvGrpSpPr>
                <p:cNvPr id="273" name="Groupe 272">
                  <a:extLst>
                    <a:ext uri="{FF2B5EF4-FFF2-40B4-BE49-F238E27FC236}">
                      <a16:creationId xmlns:a16="http://schemas.microsoft.com/office/drawing/2014/main" id="{530BC893-E138-EFE7-A9FA-2D1BE5739DEF}"/>
                    </a:ext>
                  </a:extLst>
                </p:cNvPr>
                <p:cNvGrpSpPr/>
                <p:nvPr/>
              </p:nvGrpSpPr>
              <p:grpSpPr>
                <a:xfrm rot="10800000">
                  <a:off x="6306888" y="3810121"/>
                  <a:ext cx="1870360" cy="1870362"/>
                  <a:chOff x="8344297" y="1039981"/>
                  <a:chExt cx="1870360" cy="1870362"/>
                </a:xfrm>
              </p:grpSpPr>
              <p:grpSp>
                <p:nvGrpSpPr>
                  <p:cNvPr id="274" name="Groupe 273">
                    <a:extLst>
                      <a:ext uri="{FF2B5EF4-FFF2-40B4-BE49-F238E27FC236}">
                        <a16:creationId xmlns:a16="http://schemas.microsoft.com/office/drawing/2014/main" id="{E19C2079-CBA2-9176-D829-2926FEF8482F}"/>
                      </a:ext>
                    </a:extLst>
                  </p:cNvPr>
                  <p:cNvGrpSpPr/>
                  <p:nvPr/>
                </p:nvGrpSpPr>
                <p:grpSpPr>
                  <a:xfrm>
                    <a:off x="9092441" y="1039981"/>
                    <a:ext cx="1122216" cy="748144"/>
                    <a:chOff x="3516738" y="4274249"/>
                    <a:chExt cx="1122216" cy="748144"/>
                  </a:xfrm>
                </p:grpSpPr>
                <p:grpSp>
                  <p:nvGrpSpPr>
                    <p:cNvPr id="297" name="Groupe 296">
                      <a:extLst>
                        <a:ext uri="{FF2B5EF4-FFF2-40B4-BE49-F238E27FC236}">
                          <a16:creationId xmlns:a16="http://schemas.microsoft.com/office/drawing/2014/main" id="{53FB9208-4504-045E-953A-2149856D222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6738" y="4648321"/>
                      <a:ext cx="1122216" cy="374072"/>
                      <a:chOff x="4016127" y="4399332"/>
                      <a:chExt cx="1122216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303" name="Rectangle 302">
                        <a:extLst>
                          <a:ext uri="{FF2B5EF4-FFF2-40B4-BE49-F238E27FC236}">
                            <a16:creationId xmlns:a16="http://schemas.microsoft.com/office/drawing/2014/main" id="{A72F34CA-9B9B-FA0D-263E-A9CBEA6108EE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04" name="Rectangle 303">
                        <a:extLst>
                          <a:ext uri="{FF2B5EF4-FFF2-40B4-BE49-F238E27FC236}">
                            <a16:creationId xmlns:a16="http://schemas.microsoft.com/office/drawing/2014/main" id="{59AC39FC-4524-E096-2D9B-261361FC65ED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05" name="Rectangle 304">
                        <a:extLst>
                          <a:ext uri="{FF2B5EF4-FFF2-40B4-BE49-F238E27FC236}">
                            <a16:creationId xmlns:a16="http://schemas.microsoft.com/office/drawing/2014/main" id="{641305C5-6F42-D324-59CD-982C9845E149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06" name="Rectangle 305">
                        <a:extLst>
                          <a:ext uri="{FF2B5EF4-FFF2-40B4-BE49-F238E27FC236}">
                            <a16:creationId xmlns:a16="http://schemas.microsoft.com/office/drawing/2014/main" id="{49122E13-B4FB-D00B-A97F-69F422B0BD8A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grpSp>
                  <p:nvGrpSpPr>
                    <p:cNvPr id="298" name="Groupe 297">
                      <a:extLst>
                        <a:ext uri="{FF2B5EF4-FFF2-40B4-BE49-F238E27FC236}">
                          <a16:creationId xmlns:a16="http://schemas.microsoft.com/office/drawing/2014/main" id="{BF50401E-09D6-6EF0-CCCA-63D466486B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6738" y="4274249"/>
                      <a:ext cx="1122216" cy="374072"/>
                      <a:chOff x="4016127" y="4399332"/>
                      <a:chExt cx="1122216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299" name="Rectangle 298">
                        <a:extLst>
                          <a:ext uri="{FF2B5EF4-FFF2-40B4-BE49-F238E27FC236}">
                            <a16:creationId xmlns:a16="http://schemas.microsoft.com/office/drawing/2014/main" id="{24EF0672-E354-997F-3A0F-A2B440C2F5EB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00" name="Rectangle 299">
                        <a:extLst>
                          <a:ext uri="{FF2B5EF4-FFF2-40B4-BE49-F238E27FC236}">
                            <a16:creationId xmlns:a16="http://schemas.microsoft.com/office/drawing/2014/main" id="{7EA65EFA-B3FA-7B2C-EE94-B6DC0A34124E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01" name="Rectangle 300">
                        <a:extLst>
                          <a:ext uri="{FF2B5EF4-FFF2-40B4-BE49-F238E27FC236}">
                            <a16:creationId xmlns:a16="http://schemas.microsoft.com/office/drawing/2014/main" id="{9614310E-43EF-1DD1-147D-0E82780FCA3D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302" name="Rectangle 301">
                        <a:extLst>
                          <a:ext uri="{FF2B5EF4-FFF2-40B4-BE49-F238E27FC236}">
                            <a16:creationId xmlns:a16="http://schemas.microsoft.com/office/drawing/2014/main" id="{0BB8CE48-0809-C9A4-3988-3AB3F43B139C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</p:grpSp>
              <p:grpSp>
                <p:nvGrpSpPr>
                  <p:cNvPr id="275" name="Groupe 274">
                    <a:extLst>
                      <a:ext uri="{FF2B5EF4-FFF2-40B4-BE49-F238E27FC236}">
                        <a16:creationId xmlns:a16="http://schemas.microsoft.com/office/drawing/2014/main" id="{6E9939FD-BE78-8130-9387-0A0085D84CB7}"/>
                      </a:ext>
                    </a:extLst>
                  </p:cNvPr>
                  <p:cNvGrpSpPr/>
                  <p:nvPr/>
                </p:nvGrpSpPr>
                <p:grpSpPr>
                  <a:xfrm>
                    <a:off x="8344297" y="1788125"/>
                    <a:ext cx="1870360" cy="1122218"/>
                    <a:chOff x="2768594" y="3900175"/>
                    <a:chExt cx="1870360" cy="1122218"/>
                  </a:xfrm>
                </p:grpSpPr>
                <p:grpSp>
                  <p:nvGrpSpPr>
                    <p:cNvPr id="276" name="Groupe 275">
                      <a:extLst>
                        <a:ext uri="{FF2B5EF4-FFF2-40B4-BE49-F238E27FC236}">
                          <a16:creationId xmlns:a16="http://schemas.microsoft.com/office/drawing/2014/main" id="{3C34864A-99BD-80CD-CA7D-D8D22FAD78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68594" y="4648321"/>
                      <a:ext cx="1870360" cy="374072"/>
                      <a:chOff x="3267983" y="4399332"/>
                      <a:chExt cx="1870360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291" name="Rectangle 290">
                        <a:extLst>
                          <a:ext uri="{FF2B5EF4-FFF2-40B4-BE49-F238E27FC236}">
                            <a16:creationId xmlns:a16="http://schemas.microsoft.com/office/drawing/2014/main" id="{85095848-907D-7937-8A59-1E01385A4E8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92" name="Rectangle 291">
                        <a:extLst>
                          <a:ext uri="{FF2B5EF4-FFF2-40B4-BE49-F238E27FC236}">
                            <a16:creationId xmlns:a16="http://schemas.microsoft.com/office/drawing/2014/main" id="{410CDCB7-71AD-0DFB-6657-BE7F546355B4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93" name="Rectangle 292">
                        <a:extLst>
                          <a:ext uri="{FF2B5EF4-FFF2-40B4-BE49-F238E27FC236}">
                            <a16:creationId xmlns:a16="http://schemas.microsoft.com/office/drawing/2014/main" id="{9869C778-7BCE-3972-F398-A07AEE06A6B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94" name="Rectangle 293">
                        <a:extLst>
                          <a:ext uri="{FF2B5EF4-FFF2-40B4-BE49-F238E27FC236}">
                            <a16:creationId xmlns:a16="http://schemas.microsoft.com/office/drawing/2014/main" id="{365F9BE8-FB7F-C534-26FA-217BA9057A50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267983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95" name="Rectangle 294">
                        <a:extLst>
                          <a:ext uri="{FF2B5EF4-FFF2-40B4-BE49-F238E27FC236}">
                            <a16:creationId xmlns:a16="http://schemas.microsoft.com/office/drawing/2014/main" id="{A521C876-8403-52D4-6A91-AB15A9D8F5CB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642055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96" name="Rectangle 295">
                        <a:extLst>
                          <a:ext uri="{FF2B5EF4-FFF2-40B4-BE49-F238E27FC236}">
                            <a16:creationId xmlns:a16="http://schemas.microsoft.com/office/drawing/2014/main" id="{199D9448-43CF-C39B-4F1F-F58659150B7E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grpSp>
                  <p:nvGrpSpPr>
                    <p:cNvPr id="277" name="Groupe 276">
                      <a:extLst>
                        <a:ext uri="{FF2B5EF4-FFF2-40B4-BE49-F238E27FC236}">
                          <a16:creationId xmlns:a16="http://schemas.microsoft.com/office/drawing/2014/main" id="{54EBC2A4-6BAE-8C73-ED0C-9E076831A10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68594" y="4274249"/>
                      <a:ext cx="1870360" cy="374072"/>
                      <a:chOff x="3267983" y="4399332"/>
                      <a:chExt cx="1870360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285" name="Rectangle 284">
                        <a:extLst>
                          <a:ext uri="{FF2B5EF4-FFF2-40B4-BE49-F238E27FC236}">
                            <a16:creationId xmlns:a16="http://schemas.microsoft.com/office/drawing/2014/main" id="{F9DBD15A-1CB8-C8A4-CB88-649862295D96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86" name="Rectangle 285">
                        <a:extLst>
                          <a:ext uri="{FF2B5EF4-FFF2-40B4-BE49-F238E27FC236}">
                            <a16:creationId xmlns:a16="http://schemas.microsoft.com/office/drawing/2014/main" id="{ECFAA73A-1412-E179-F798-3370D359AEB0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87" name="Rectangle 286">
                        <a:extLst>
                          <a:ext uri="{FF2B5EF4-FFF2-40B4-BE49-F238E27FC236}">
                            <a16:creationId xmlns:a16="http://schemas.microsoft.com/office/drawing/2014/main" id="{37A6C834-CA12-9D40-C745-77FE08BDBC59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88" name="Rectangle 287">
                        <a:extLst>
                          <a:ext uri="{FF2B5EF4-FFF2-40B4-BE49-F238E27FC236}">
                            <a16:creationId xmlns:a16="http://schemas.microsoft.com/office/drawing/2014/main" id="{0E18C186-BA85-70B7-702A-AE67AFA7C628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267983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89" name="Rectangle 288">
                        <a:extLst>
                          <a:ext uri="{FF2B5EF4-FFF2-40B4-BE49-F238E27FC236}">
                            <a16:creationId xmlns:a16="http://schemas.microsoft.com/office/drawing/2014/main" id="{42178D11-CFE1-A493-C8AE-B5B711561CD7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642055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90" name="Rectangle 289">
                        <a:extLst>
                          <a:ext uri="{FF2B5EF4-FFF2-40B4-BE49-F238E27FC236}">
                            <a16:creationId xmlns:a16="http://schemas.microsoft.com/office/drawing/2014/main" id="{7A0158AB-9960-9E80-6ACE-01CB8232C62A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  <p:grpSp>
                  <p:nvGrpSpPr>
                    <p:cNvPr id="278" name="Groupe 277">
                      <a:extLst>
                        <a:ext uri="{FF2B5EF4-FFF2-40B4-BE49-F238E27FC236}">
                          <a16:creationId xmlns:a16="http://schemas.microsoft.com/office/drawing/2014/main" id="{E38007F4-91CF-86EF-9DFE-26CC1E6F20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68594" y="3900175"/>
                      <a:ext cx="1870360" cy="374072"/>
                      <a:chOff x="3267983" y="4399332"/>
                      <a:chExt cx="1870360" cy="374072"/>
                    </a:xfrm>
                    <a:solidFill>
                      <a:schemeClr val="accent2">
                        <a:lumMod val="20000"/>
                        <a:lumOff val="80000"/>
                      </a:schemeClr>
                    </a:solidFill>
                  </p:grpSpPr>
                  <p:sp>
                    <p:nvSpPr>
                      <p:cNvPr id="279" name="Rectangle 278">
                        <a:extLst>
                          <a:ext uri="{FF2B5EF4-FFF2-40B4-BE49-F238E27FC236}">
                            <a16:creationId xmlns:a16="http://schemas.microsoft.com/office/drawing/2014/main" id="{C308ED9A-0ADE-921C-EC9F-E6A38E4E5DEF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764271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80" name="Rectangle 279">
                        <a:extLst>
                          <a:ext uri="{FF2B5EF4-FFF2-40B4-BE49-F238E27FC236}">
                            <a16:creationId xmlns:a16="http://schemas.microsoft.com/office/drawing/2014/main" id="{CA725326-34B2-D63A-52A1-EA0343752922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390199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81" name="Rectangle 280">
                        <a:extLst>
                          <a:ext uri="{FF2B5EF4-FFF2-40B4-BE49-F238E27FC236}">
                            <a16:creationId xmlns:a16="http://schemas.microsoft.com/office/drawing/2014/main" id="{02E73437-DCF2-8BB4-63C2-67CB61380936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 flipV="1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82" name="Rectangle 281">
                        <a:extLst>
                          <a:ext uri="{FF2B5EF4-FFF2-40B4-BE49-F238E27FC236}">
                            <a16:creationId xmlns:a16="http://schemas.microsoft.com/office/drawing/2014/main" id="{000551B4-50C1-8640-09D4-B12022CA8C88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267983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83" name="Rectangle 282">
                        <a:extLst>
                          <a:ext uri="{FF2B5EF4-FFF2-40B4-BE49-F238E27FC236}">
                            <a16:creationId xmlns:a16="http://schemas.microsoft.com/office/drawing/2014/main" id="{40B37EC0-E9FB-E971-4C2D-0456ED25E73D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3642055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  <p:sp>
                    <p:nvSpPr>
                      <p:cNvPr id="284" name="Rectangle 283">
                        <a:extLst>
                          <a:ext uri="{FF2B5EF4-FFF2-40B4-BE49-F238E27FC236}">
                            <a16:creationId xmlns:a16="http://schemas.microsoft.com/office/drawing/2014/main" id="{CDA83632-B7DC-0A99-6C9A-108205B63B10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016127" y="4399332"/>
                        <a:ext cx="374072" cy="374072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/>
                      </a:p>
                    </p:txBody>
                  </p:sp>
                </p:grpSp>
              </p:grpSp>
            </p:grpSp>
          </p:grpSp>
        </p:grpSp>
        <p:grpSp>
          <p:nvGrpSpPr>
            <p:cNvPr id="325" name="Groupe 324">
              <a:extLst>
                <a:ext uri="{FF2B5EF4-FFF2-40B4-BE49-F238E27FC236}">
                  <a16:creationId xmlns:a16="http://schemas.microsoft.com/office/drawing/2014/main" id="{68E48FE1-8B37-CD7D-2451-7E7F530F4149}"/>
                </a:ext>
              </a:extLst>
            </p:cNvPr>
            <p:cNvGrpSpPr/>
            <p:nvPr/>
          </p:nvGrpSpPr>
          <p:grpSpPr>
            <a:xfrm flipH="1">
              <a:off x="1756823" y="1053138"/>
              <a:ext cx="300972" cy="198194"/>
              <a:chOff x="458933" y="2547028"/>
              <a:chExt cx="1122216" cy="738995"/>
            </a:xfrm>
            <a:solidFill>
              <a:schemeClr val="accent2">
                <a:lumMod val="20000"/>
                <a:lumOff val="80000"/>
              </a:schemeClr>
            </a:solidFill>
          </p:grpSpPr>
          <p:grpSp>
            <p:nvGrpSpPr>
              <p:cNvPr id="326" name="Groupe 325">
                <a:extLst>
                  <a:ext uri="{FF2B5EF4-FFF2-40B4-BE49-F238E27FC236}">
                    <a16:creationId xmlns:a16="http://schemas.microsoft.com/office/drawing/2014/main" id="{BDCD7AB0-78CA-3FC7-99F0-A038A38F9CFA}"/>
                  </a:ext>
                </a:extLst>
              </p:cNvPr>
              <p:cNvGrpSpPr/>
              <p:nvPr/>
            </p:nvGrpSpPr>
            <p:grpSpPr>
              <a:xfrm>
                <a:off x="458933" y="2547028"/>
                <a:ext cx="748144" cy="374073"/>
                <a:chOff x="2192483" y="3632135"/>
                <a:chExt cx="748144" cy="374073"/>
              </a:xfrm>
              <a:grpFill/>
            </p:grpSpPr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06F1B2E2-E5E1-E25A-8C99-C10E24904B0A}"/>
                    </a:ext>
                  </a:extLst>
                </p:cNvPr>
                <p:cNvSpPr/>
                <p:nvPr/>
              </p:nvSpPr>
              <p:spPr>
                <a:xfrm flipH="1">
                  <a:off x="2192483" y="3632135"/>
                  <a:ext cx="374072" cy="364923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1" name="Rectangle 330">
                  <a:extLst>
                    <a:ext uri="{FF2B5EF4-FFF2-40B4-BE49-F238E27FC236}">
                      <a16:creationId xmlns:a16="http://schemas.microsoft.com/office/drawing/2014/main" id="{C90ABCB0-8CED-965F-BCF3-70BB9E572E70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27" name="Groupe 326">
                <a:extLst>
                  <a:ext uri="{FF2B5EF4-FFF2-40B4-BE49-F238E27FC236}">
                    <a16:creationId xmlns:a16="http://schemas.microsoft.com/office/drawing/2014/main" id="{B2C3B54A-B24B-D931-CEC4-247911C0984D}"/>
                  </a:ext>
                </a:extLst>
              </p:cNvPr>
              <p:cNvGrpSpPr/>
              <p:nvPr/>
            </p:nvGrpSpPr>
            <p:grpSpPr>
              <a:xfrm>
                <a:off x="833005" y="2911951"/>
                <a:ext cx="748144" cy="374072"/>
                <a:chOff x="2192483" y="3632136"/>
                <a:chExt cx="748144" cy="374072"/>
              </a:xfrm>
              <a:grpFill/>
            </p:grpSpPr>
            <p:sp>
              <p:nvSpPr>
                <p:cNvPr id="328" name="Rectangle 327">
                  <a:extLst>
                    <a:ext uri="{FF2B5EF4-FFF2-40B4-BE49-F238E27FC236}">
                      <a16:creationId xmlns:a16="http://schemas.microsoft.com/office/drawing/2014/main" id="{B4775DC8-E04E-7E13-318A-7A1573761D8F}"/>
                    </a:ext>
                  </a:extLst>
                </p:cNvPr>
                <p:cNvSpPr/>
                <p:nvPr/>
              </p:nvSpPr>
              <p:spPr>
                <a:xfrm flipH="1">
                  <a:off x="2192483" y="3632136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29" name="Rectangle 328">
                  <a:extLst>
                    <a:ext uri="{FF2B5EF4-FFF2-40B4-BE49-F238E27FC236}">
                      <a16:creationId xmlns:a16="http://schemas.microsoft.com/office/drawing/2014/main" id="{5DA2C1F7-3CAD-584F-F4A6-92CBC5C1694A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81460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313A-F548-0C3C-0792-151161B0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29C40F01-4A49-D228-1359-0E3F60C6FE77}"/>
              </a:ext>
            </a:extLst>
          </p:cNvPr>
          <p:cNvGrpSpPr/>
          <p:nvPr/>
        </p:nvGrpSpPr>
        <p:grpSpPr>
          <a:xfrm>
            <a:off x="420096" y="1716072"/>
            <a:ext cx="6126139" cy="4795461"/>
            <a:chOff x="285014" y="1477081"/>
            <a:chExt cx="6126139" cy="4795461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697A70F0-CB4E-69C5-7BCF-4A3A93831352}"/>
                </a:ext>
              </a:extLst>
            </p:cNvPr>
            <p:cNvGrpSpPr/>
            <p:nvPr/>
          </p:nvGrpSpPr>
          <p:grpSpPr>
            <a:xfrm>
              <a:off x="1031430" y="2049704"/>
              <a:ext cx="537729" cy="806594"/>
              <a:chOff x="2192483" y="1326574"/>
              <a:chExt cx="748144" cy="112221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6FFF2A5-2C88-5740-AD1B-27718B7BA276}"/>
                  </a:ext>
                </a:extLst>
              </p:cNvPr>
              <p:cNvSpPr/>
              <p:nvPr/>
            </p:nvSpPr>
            <p:spPr>
              <a:xfrm>
                <a:off x="2566555" y="1326574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DC19F87-6051-CB7E-52FA-739AD82DB7E4}"/>
                  </a:ext>
                </a:extLst>
              </p:cNvPr>
              <p:cNvSpPr/>
              <p:nvPr/>
            </p:nvSpPr>
            <p:spPr>
              <a:xfrm>
                <a:off x="2566555" y="170064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5B54816-2E5D-4D4D-89DF-CB3805465159}"/>
                  </a:ext>
                </a:extLst>
              </p:cNvPr>
              <p:cNvSpPr/>
              <p:nvPr/>
            </p:nvSpPr>
            <p:spPr>
              <a:xfrm>
                <a:off x="2566555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CD2D1F0-8C91-108F-8D68-EAD8E5C27D5D}"/>
                  </a:ext>
                </a:extLst>
              </p:cNvPr>
              <p:cNvSpPr/>
              <p:nvPr/>
            </p:nvSpPr>
            <p:spPr>
              <a:xfrm>
                <a:off x="2192483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23053C24-8299-F5A7-4BDF-025AE2D3D508}"/>
                </a:ext>
              </a:extLst>
            </p:cNvPr>
            <p:cNvGrpSpPr/>
            <p:nvPr/>
          </p:nvGrpSpPr>
          <p:grpSpPr>
            <a:xfrm flipH="1">
              <a:off x="3323617" y="1906796"/>
              <a:ext cx="537729" cy="806594"/>
              <a:chOff x="2192483" y="1326574"/>
              <a:chExt cx="748144" cy="112221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81FD901-7144-7068-A470-0675C921C52A}"/>
                  </a:ext>
                </a:extLst>
              </p:cNvPr>
              <p:cNvSpPr/>
              <p:nvPr/>
            </p:nvSpPr>
            <p:spPr>
              <a:xfrm>
                <a:off x="2566555" y="1326574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7F8784D-DF89-02D0-915C-7D80EAA28EDD}"/>
                  </a:ext>
                </a:extLst>
              </p:cNvPr>
              <p:cNvSpPr/>
              <p:nvPr/>
            </p:nvSpPr>
            <p:spPr>
              <a:xfrm>
                <a:off x="2566555" y="170064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1ED4099-F886-9A17-DB9A-CE3464D01477}"/>
                  </a:ext>
                </a:extLst>
              </p:cNvPr>
              <p:cNvSpPr/>
              <p:nvPr/>
            </p:nvSpPr>
            <p:spPr>
              <a:xfrm>
                <a:off x="2566555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48FB0EE-7C6E-430B-5DD7-6D5684E45BB3}"/>
                  </a:ext>
                </a:extLst>
              </p:cNvPr>
              <p:cNvSpPr/>
              <p:nvPr/>
            </p:nvSpPr>
            <p:spPr>
              <a:xfrm>
                <a:off x="2192483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58505DB9-A390-9BC3-1D08-7F6F64AC6FF0}"/>
                </a:ext>
              </a:extLst>
            </p:cNvPr>
            <p:cNvGrpSpPr/>
            <p:nvPr/>
          </p:nvGrpSpPr>
          <p:grpSpPr>
            <a:xfrm>
              <a:off x="4188121" y="2786184"/>
              <a:ext cx="1344323" cy="537729"/>
              <a:chOff x="5683991" y="1215898"/>
              <a:chExt cx="1870360" cy="748144"/>
            </a:xfrm>
          </p:grpSpPr>
          <p:grpSp>
            <p:nvGrpSpPr>
              <p:cNvPr id="15" name="Groupe 14">
                <a:extLst>
                  <a:ext uri="{FF2B5EF4-FFF2-40B4-BE49-F238E27FC236}">
                    <a16:creationId xmlns:a16="http://schemas.microsoft.com/office/drawing/2014/main" id="{E9086787-7E2E-08CA-7FED-29CD3204DAF6}"/>
                  </a:ext>
                </a:extLst>
              </p:cNvPr>
              <p:cNvGrpSpPr/>
              <p:nvPr/>
            </p:nvGrpSpPr>
            <p:grpSpPr>
              <a:xfrm rot="5400000" flipH="1" flipV="1">
                <a:off x="5871027" y="1028862"/>
                <a:ext cx="748144" cy="1122216"/>
                <a:chOff x="2192483" y="1326574"/>
                <a:chExt cx="748144" cy="1122216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F66B7D8-C8E9-E1B0-5898-CDEB6AC2F1FE}"/>
                    </a:ext>
                  </a:extLst>
                </p:cNvPr>
                <p:cNvSpPr/>
                <p:nvPr/>
              </p:nvSpPr>
              <p:spPr>
                <a:xfrm>
                  <a:off x="2566555" y="1326574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D034FB51-02D0-95B6-5E10-46892A56043F}"/>
                    </a:ext>
                  </a:extLst>
                </p:cNvPr>
                <p:cNvSpPr/>
                <p:nvPr/>
              </p:nvSpPr>
              <p:spPr>
                <a:xfrm>
                  <a:off x="2566555" y="170064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0016060-3412-4372-F6CE-4B64D3DEB1E5}"/>
                    </a:ext>
                  </a:extLst>
                </p:cNvPr>
                <p:cNvSpPr/>
                <p:nvPr/>
              </p:nvSpPr>
              <p:spPr>
                <a:xfrm>
                  <a:off x="2566555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46D126B9-C844-ECC5-68EA-6B8A9992AB6B}"/>
                    </a:ext>
                  </a:extLst>
                </p:cNvPr>
                <p:cNvSpPr/>
                <p:nvPr/>
              </p:nvSpPr>
              <p:spPr>
                <a:xfrm>
                  <a:off x="2192483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0D9C109D-6375-22BA-FBF0-C282F64F0E13}"/>
                  </a:ext>
                </a:extLst>
              </p:cNvPr>
              <p:cNvGrpSpPr/>
              <p:nvPr/>
            </p:nvGrpSpPr>
            <p:grpSpPr>
              <a:xfrm rot="5400000" flipH="1">
                <a:off x="6619171" y="1028862"/>
                <a:ext cx="748144" cy="1122216"/>
                <a:chOff x="2192483" y="1326574"/>
                <a:chExt cx="748144" cy="1122216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42132060-7FF6-81F7-EBE5-1C8E4CBE080E}"/>
                    </a:ext>
                  </a:extLst>
                </p:cNvPr>
                <p:cNvSpPr/>
                <p:nvPr/>
              </p:nvSpPr>
              <p:spPr>
                <a:xfrm>
                  <a:off x="2566555" y="1326574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A54346E-588D-EF7F-D60C-AE86A68ADC45}"/>
                    </a:ext>
                  </a:extLst>
                </p:cNvPr>
                <p:cNvSpPr/>
                <p:nvPr/>
              </p:nvSpPr>
              <p:spPr>
                <a:xfrm>
                  <a:off x="2566555" y="170064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57E0DE93-98F2-F9CA-7FD7-4378220A1743}"/>
                    </a:ext>
                  </a:extLst>
                </p:cNvPr>
                <p:cNvSpPr/>
                <p:nvPr/>
              </p:nvSpPr>
              <p:spPr>
                <a:xfrm>
                  <a:off x="2566555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19E5935-2D70-FC7F-E312-1FEE73C09D2C}"/>
                    </a:ext>
                  </a:extLst>
                </p:cNvPr>
                <p:cNvSpPr/>
                <p:nvPr/>
              </p:nvSpPr>
              <p:spPr>
                <a:xfrm>
                  <a:off x="2192483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890B8A4B-0BB3-55B8-F4A1-C3828AFFD99F}"/>
                </a:ext>
              </a:extLst>
            </p:cNvPr>
            <p:cNvGrpSpPr/>
            <p:nvPr/>
          </p:nvGrpSpPr>
          <p:grpSpPr>
            <a:xfrm>
              <a:off x="4456986" y="4079538"/>
              <a:ext cx="537729" cy="537729"/>
              <a:chOff x="4094185" y="3243463"/>
              <a:chExt cx="748144" cy="748144"/>
            </a:xfrm>
          </p:grpSpPr>
          <p:grpSp>
            <p:nvGrpSpPr>
              <p:cNvPr id="74" name="Groupe 73">
                <a:extLst>
                  <a:ext uri="{FF2B5EF4-FFF2-40B4-BE49-F238E27FC236}">
                    <a16:creationId xmlns:a16="http://schemas.microsoft.com/office/drawing/2014/main" id="{6D73A602-A67C-1A1B-5FED-1FAA2B1A297F}"/>
                  </a:ext>
                </a:extLst>
              </p:cNvPr>
              <p:cNvGrpSpPr/>
              <p:nvPr/>
            </p:nvGrpSpPr>
            <p:grpSpPr>
              <a:xfrm>
                <a:off x="4094185" y="3617535"/>
                <a:ext cx="748144" cy="374072"/>
                <a:chOff x="2192483" y="3632136"/>
                <a:chExt cx="748144" cy="374072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B7E262D3-02F7-5518-C30F-48547A46EFB2}"/>
                    </a:ext>
                  </a:extLst>
                </p:cNvPr>
                <p:cNvSpPr/>
                <p:nvPr/>
              </p:nvSpPr>
              <p:spPr>
                <a:xfrm flipH="1">
                  <a:off x="2192483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78C65BD-553B-F5E8-EA08-589A6312C2DF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7" name="Groupe 76">
                <a:extLst>
                  <a:ext uri="{FF2B5EF4-FFF2-40B4-BE49-F238E27FC236}">
                    <a16:creationId xmlns:a16="http://schemas.microsoft.com/office/drawing/2014/main" id="{0C33D074-617C-2673-61B6-B2FA535AEADC}"/>
                  </a:ext>
                </a:extLst>
              </p:cNvPr>
              <p:cNvGrpSpPr/>
              <p:nvPr/>
            </p:nvGrpSpPr>
            <p:grpSpPr>
              <a:xfrm>
                <a:off x="4094185" y="3243463"/>
                <a:ext cx="748144" cy="374072"/>
                <a:chOff x="2192483" y="3632136"/>
                <a:chExt cx="748144" cy="374072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6E921D5E-E0F2-B05C-FC22-AAD54BFCE0A5}"/>
                    </a:ext>
                  </a:extLst>
                </p:cNvPr>
                <p:cNvSpPr/>
                <p:nvPr/>
              </p:nvSpPr>
              <p:spPr>
                <a:xfrm flipH="1">
                  <a:off x="2192483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756A1FF-F75A-3F21-79EC-3CB545749DCF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579BE824-611B-F8B2-15F5-5A95E0DC7F1E}"/>
                </a:ext>
              </a:extLst>
            </p:cNvPr>
            <p:cNvGrpSpPr/>
            <p:nvPr/>
          </p:nvGrpSpPr>
          <p:grpSpPr>
            <a:xfrm>
              <a:off x="285014" y="2175660"/>
              <a:ext cx="806594" cy="537729"/>
              <a:chOff x="6058063" y="1215898"/>
              <a:chExt cx="1122216" cy="748144"/>
            </a:xfrm>
          </p:grpSpPr>
          <p:grpSp>
            <p:nvGrpSpPr>
              <p:cNvPr id="82" name="Groupe 81">
                <a:extLst>
                  <a:ext uri="{FF2B5EF4-FFF2-40B4-BE49-F238E27FC236}">
                    <a16:creationId xmlns:a16="http://schemas.microsoft.com/office/drawing/2014/main" id="{49A46AED-4C93-5972-3442-8CE4B143839E}"/>
                  </a:ext>
                </a:extLst>
              </p:cNvPr>
              <p:cNvGrpSpPr/>
              <p:nvPr/>
            </p:nvGrpSpPr>
            <p:grpSpPr>
              <a:xfrm rot="5400000" flipH="1" flipV="1">
                <a:off x="6058063" y="1215898"/>
                <a:ext cx="748144" cy="748144"/>
                <a:chOff x="2192483" y="1700646"/>
                <a:chExt cx="748144" cy="748144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E205619C-B22C-3E09-EA21-CA0C2F8FE0AF}"/>
                    </a:ext>
                  </a:extLst>
                </p:cNvPr>
                <p:cNvSpPr/>
                <p:nvPr/>
              </p:nvSpPr>
              <p:spPr>
                <a:xfrm>
                  <a:off x="2566555" y="170064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3892CB39-571F-E879-FF70-42793598385C}"/>
                    </a:ext>
                  </a:extLst>
                </p:cNvPr>
                <p:cNvSpPr/>
                <p:nvPr/>
              </p:nvSpPr>
              <p:spPr>
                <a:xfrm>
                  <a:off x="2566555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0CC69713-88AF-8F19-6BE4-F36032A53B1B}"/>
                    </a:ext>
                  </a:extLst>
                </p:cNvPr>
                <p:cNvSpPr/>
                <p:nvPr/>
              </p:nvSpPr>
              <p:spPr>
                <a:xfrm>
                  <a:off x="2192483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83" name="Groupe 82">
                <a:extLst>
                  <a:ext uri="{FF2B5EF4-FFF2-40B4-BE49-F238E27FC236}">
                    <a16:creationId xmlns:a16="http://schemas.microsoft.com/office/drawing/2014/main" id="{79330DB2-B663-5246-A58E-71D8723FBE40}"/>
                  </a:ext>
                </a:extLst>
              </p:cNvPr>
              <p:cNvGrpSpPr/>
              <p:nvPr/>
            </p:nvGrpSpPr>
            <p:grpSpPr>
              <a:xfrm rot="5400000" flipH="1">
                <a:off x="6432135" y="1215898"/>
                <a:ext cx="748144" cy="748144"/>
                <a:chOff x="2192483" y="1700646"/>
                <a:chExt cx="748144" cy="748144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B4EBD53A-35ED-828A-2A74-6D7B583202E3}"/>
                    </a:ext>
                  </a:extLst>
                </p:cNvPr>
                <p:cNvSpPr/>
                <p:nvPr/>
              </p:nvSpPr>
              <p:spPr>
                <a:xfrm>
                  <a:off x="2566555" y="170064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7151191A-B976-8EAC-E313-8983F34FAF97}"/>
                    </a:ext>
                  </a:extLst>
                </p:cNvPr>
                <p:cNvSpPr/>
                <p:nvPr/>
              </p:nvSpPr>
              <p:spPr>
                <a:xfrm>
                  <a:off x="2566555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F297F7EC-25D6-9690-3961-F54A611491D4}"/>
                    </a:ext>
                  </a:extLst>
                </p:cNvPr>
                <p:cNvSpPr/>
                <p:nvPr/>
              </p:nvSpPr>
              <p:spPr>
                <a:xfrm>
                  <a:off x="2192483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A462D794-58C8-D4C3-9FE7-0742D5BF3696}"/>
                </a:ext>
              </a:extLst>
            </p:cNvPr>
            <p:cNvGrpSpPr/>
            <p:nvPr/>
          </p:nvGrpSpPr>
          <p:grpSpPr>
            <a:xfrm>
              <a:off x="1745989" y="2597085"/>
              <a:ext cx="1344323" cy="537729"/>
              <a:chOff x="7055591" y="2537879"/>
              <a:chExt cx="1870360" cy="74814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1172270-597C-C5AA-0313-836757A39A34}"/>
                  </a:ext>
                </a:extLst>
              </p:cNvPr>
              <p:cNvSpPr/>
              <p:nvPr/>
            </p:nvSpPr>
            <p:spPr>
              <a:xfrm rot="5400000" flipH="1" flipV="1">
                <a:off x="7055591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85B197E-A6FD-BBB5-B315-03F90DFC5476}"/>
                  </a:ext>
                </a:extLst>
              </p:cNvPr>
              <p:cNvSpPr/>
              <p:nvPr/>
            </p:nvSpPr>
            <p:spPr>
              <a:xfrm rot="5400000" flipH="1" flipV="1">
                <a:off x="7429663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61D1AE0-2037-94E7-4883-AA40B3684ECF}"/>
                  </a:ext>
                </a:extLst>
              </p:cNvPr>
              <p:cNvSpPr/>
              <p:nvPr/>
            </p:nvSpPr>
            <p:spPr>
              <a:xfrm rot="5400000" flipH="1" flipV="1">
                <a:off x="7803735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BB2B08B-10A8-5C2D-BA25-2B7BD3151318}"/>
                  </a:ext>
                </a:extLst>
              </p:cNvPr>
              <p:cNvSpPr/>
              <p:nvPr/>
            </p:nvSpPr>
            <p:spPr>
              <a:xfrm rot="5400000" flipH="1">
                <a:off x="8551879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7E9BCEE-B7FB-F3CB-5DB2-082E7B72D425}"/>
                  </a:ext>
                </a:extLst>
              </p:cNvPr>
              <p:cNvSpPr/>
              <p:nvPr/>
            </p:nvSpPr>
            <p:spPr>
              <a:xfrm rot="5400000" flipH="1">
                <a:off x="8177807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0D33C-DE3F-6822-CBE1-8351C4EE05EB}"/>
                  </a:ext>
                </a:extLst>
              </p:cNvPr>
              <p:cNvSpPr/>
              <p:nvPr/>
            </p:nvSpPr>
            <p:spPr>
              <a:xfrm rot="5400000" flipH="1">
                <a:off x="7803735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A9608F2E-1118-D8F1-9280-184D1635E72A}"/>
                  </a:ext>
                </a:extLst>
              </p:cNvPr>
              <p:cNvSpPr/>
              <p:nvPr/>
            </p:nvSpPr>
            <p:spPr>
              <a:xfrm rot="5400000" flipH="1">
                <a:off x="7429663" y="2911951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A525813E-07EF-DC2B-0A94-EB6E926D3B9B}"/>
                </a:ext>
              </a:extLst>
            </p:cNvPr>
            <p:cNvGrpSpPr/>
            <p:nvPr/>
          </p:nvGrpSpPr>
          <p:grpSpPr>
            <a:xfrm flipH="1">
              <a:off x="2013876" y="3294488"/>
              <a:ext cx="1344323" cy="537729"/>
              <a:chOff x="7055591" y="2537879"/>
              <a:chExt cx="1870360" cy="748144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B372FFF-0590-8F83-4EBC-5B93A05F5F84}"/>
                  </a:ext>
                </a:extLst>
              </p:cNvPr>
              <p:cNvSpPr/>
              <p:nvPr/>
            </p:nvSpPr>
            <p:spPr>
              <a:xfrm rot="5400000" flipH="1" flipV="1">
                <a:off x="7055591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D0BCF94-A925-E194-5323-55A339ED5100}"/>
                  </a:ext>
                </a:extLst>
              </p:cNvPr>
              <p:cNvSpPr/>
              <p:nvPr/>
            </p:nvSpPr>
            <p:spPr>
              <a:xfrm rot="5400000" flipH="1" flipV="1">
                <a:off x="7429663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A918219-911A-F81C-BE24-FBC3BEEA73BC}"/>
                  </a:ext>
                </a:extLst>
              </p:cNvPr>
              <p:cNvSpPr/>
              <p:nvPr/>
            </p:nvSpPr>
            <p:spPr>
              <a:xfrm rot="5400000" flipH="1" flipV="1">
                <a:off x="7803735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988B7F2-B488-6FF4-F0FA-C3BD667442B2}"/>
                  </a:ext>
                </a:extLst>
              </p:cNvPr>
              <p:cNvSpPr/>
              <p:nvPr/>
            </p:nvSpPr>
            <p:spPr>
              <a:xfrm rot="5400000" flipH="1">
                <a:off x="8551879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3D4013F-7A4E-63FE-1511-D994EF9977A7}"/>
                  </a:ext>
                </a:extLst>
              </p:cNvPr>
              <p:cNvSpPr/>
              <p:nvPr/>
            </p:nvSpPr>
            <p:spPr>
              <a:xfrm rot="5400000" flipH="1">
                <a:off x="8177807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3432C2B-58FE-0DE7-D27D-41C0E51FADCF}"/>
                  </a:ext>
                </a:extLst>
              </p:cNvPr>
              <p:cNvSpPr/>
              <p:nvPr/>
            </p:nvSpPr>
            <p:spPr>
              <a:xfrm rot="5400000" flipH="1">
                <a:off x="7803735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C35A255-C24D-DB6A-71EB-7EB77D6E1EA8}"/>
                  </a:ext>
                </a:extLst>
              </p:cNvPr>
              <p:cNvSpPr/>
              <p:nvPr/>
            </p:nvSpPr>
            <p:spPr>
              <a:xfrm rot="5400000" flipH="1">
                <a:off x="7429663" y="2911951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991F4194-8BBD-6844-7AB7-414163EB49E5}"/>
                </a:ext>
              </a:extLst>
            </p:cNvPr>
            <p:cNvGrpSpPr/>
            <p:nvPr/>
          </p:nvGrpSpPr>
          <p:grpSpPr>
            <a:xfrm>
              <a:off x="2517023" y="1968188"/>
              <a:ext cx="537729" cy="268865"/>
              <a:chOff x="2192483" y="3632136"/>
              <a:chExt cx="748144" cy="374072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D1889E0-E823-8520-23CB-79C11FD4DC02}"/>
                  </a:ext>
                </a:extLst>
              </p:cNvPr>
              <p:cNvSpPr/>
              <p:nvPr/>
            </p:nvSpPr>
            <p:spPr>
              <a:xfrm flipH="1">
                <a:off x="2192483" y="363213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3EA1DE3-0D37-445E-135A-881FDAAF9AA3}"/>
                  </a:ext>
                </a:extLst>
              </p:cNvPr>
              <p:cNvSpPr/>
              <p:nvPr/>
            </p:nvSpPr>
            <p:spPr>
              <a:xfrm flipH="1">
                <a:off x="2566555" y="363213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ADB154C7-9EF7-88A4-BC44-A95CB4A02522}"/>
                </a:ext>
              </a:extLst>
            </p:cNvPr>
            <p:cNvGrpSpPr/>
            <p:nvPr/>
          </p:nvGrpSpPr>
          <p:grpSpPr>
            <a:xfrm rot="10800000">
              <a:off x="1118954" y="1477081"/>
              <a:ext cx="1075459" cy="268865"/>
              <a:chOff x="3267983" y="4399332"/>
              <a:chExt cx="1496288" cy="374072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30231F1-57FB-0CF3-AB19-C1DCC1FA5FB5}"/>
                  </a:ext>
                </a:extLst>
              </p:cNvPr>
              <p:cNvSpPr/>
              <p:nvPr/>
            </p:nvSpPr>
            <p:spPr>
              <a:xfrm rot="16200000" flipV="1">
                <a:off x="4390199" y="4399332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AB5B1E5-98C8-5E81-181E-7CEFF7B986C2}"/>
                  </a:ext>
                </a:extLst>
              </p:cNvPr>
              <p:cNvSpPr/>
              <p:nvPr/>
            </p:nvSpPr>
            <p:spPr>
              <a:xfrm rot="16200000" flipV="1">
                <a:off x="4016127" y="4399332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B39BDD0-6434-B077-279E-6E49A7188129}"/>
                  </a:ext>
                </a:extLst>
              </p:cNvPr>
              <p:cNvSpPr/>
              <p:nvPr/>
            </p:nvSpPr>
            <p:spPr>
              <a:xfrm rot="16200000">
                <a:off x="3267983" y="4399332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B44A3339-E94E-90C8-9564-7B8A9625BE85}"/>
                  </a:ext>
                </a:extLst>
              </p:cNvPr>
              <p:cNvSpPr/>
              <p:nvPr/>
            </p:nvSpPr>
            <p:spPr>
              <a:xfrm rot="16200000">
                <a:off x="3642055" y="4399332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1F76A20-EFE7-BA57-EC15-F1371FF7DB9A}"/>
                  </a:ext>
                </a:extLst>
              </p:cNvPr>
              <p:cNvSpPr/>
              <p:nvPr/>
            </p:nvSpPr>
            <p:spPr>
              <a:xfrm rot="16200000">
                <a:off x="4016127" y="4399332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3" name="Groupe 72">
              <a:extLst>
                <a:ext uri="{FF2B5EF4-FFF2-40B4-BE49-F238E27FC236}">
                  <a16:creationId xmlns:a16="http://schemas.microsoft.com/office/drawing/2014/main" id="{FB55485F-6151-5B47-A6A6-523A6D5EAAD0}"/>
                </a:ext>
              </a:extLst>
            </p:cNvPr>
            <p:cNvGrpSpPr/>
            <p:nvPr/>
          </p:nvGrpSpPr>
          <p:grpSpPr>
            <a:xfrm>
              <a:off x="1478764" y="3697785"/>
              <a:ext cx="806594" cy="268865"/>
              <a:chOff x="6432135" y="4506186"/>
              <a:chExt cx="1122216" cy="374072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8B67385-9F33-A2AF-E1D0-4654943098A0}"/>
                  </a:ext>
                </a:extLst>
              </p:cNvPr>
              <p:cNvSpPr/>
              <p:nvPr/>
            </p:nvSpPr>
            <p:spPr>
              <a:xfrm rot="16200000" flipV="1">
                <a:off x="7180279" y="450618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E32149D-393F-D535-4D8E-61993E78304F}"/>
                  </a:ext>
                </a:extLst>
              </p:cNvPr>
              <p:cNvSpPr/>
              <p:nvPr/>
            </p:nvSpPr>
            <p:spPr>
              <a:xfrm rot="16200000">
                <a:off x="6432135" y="450618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70BB10DD-A9ED-BCFB-1170-F3FD096766B2}"/>
                  </a:ext>
                </a:extLst>
              </p:cNvPr>
              <p:cNvSpPr/>
              <p:nvPr/>
            </p:nvSpPr>
            <p:spPr>
              <a:xfrm rot="16200000">
                <a:off x="6806207" y="450618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8AD9315-E8F0-D28D-F1D7-5D85B7F1AE83}"/>
                  </a:ext>
                </a:extLst>
              </p:cNvPr>
              <p:cNvSpPr/>
              <p:nvPr/>
            </p:nvSpPr>
            <p:spPr>
              <a:xfrm rot="16200000">
                <a:off x="7180279" y="450618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8" name="Groupe 97">
              <a:extLst>
                <a:ext uri="{FF2B5EF4-FFF2-40B4-BE49-F238E27FC236}">
                  <a16:creationId xmlns:a16="http://schemas.microsoft.com/office/drawing/2014/main" id="{15AE23B7-3E35-1453-7344-97FFC19F5514}"/>
                </a:ext>
              </a:extLst>
            </p:cNvPr>
            <p:cNvGrpSpPr/>
            <p:nvPr/>
          </p:nvGrpSpPr>
          <p:grpSpPr>
            <a:xfrm>
              <a:off x="3427840" y="3563351"/>
              <a:ext cx="806594" cy="531153"/>
              <a:chOff x="458933" y="2547029"/>
              <a:chExt cx="1122216" cy="738994"/>
            </a:xfrm>
          </p:grpSpPr>
          <p:grpSp>
            <p:nvGrpSpPr>
              <p:cNvPr id="92" name="Groupe 91">
                <a:extLst>
                  <a:ext uri="{FF2B5EF4-FFF2-40B4-BE49-F238E27FC236}">
                    <a16:creationId xmlns:a16="http://schemas.microsoft.com/office/drawing/2014/main" id="{151EDAEC-CACF-9147-ECF3-0575A86D6024}"/>
                  </a:ext>
                </a:extLst>
              </p:cNvPr>
              <p:cNvGrpSpPr/>
              <p:nvPr/>
            </p:nvGrpSpPr>
            <p:grpSpPr>
              <a:xfrm>
                <a:off x="458933" y="2547029"/>
                <a:ext cx="748144" cy="374072"/>
                <a:chOff x="2192483" y="3632136"/>
                <a:chExt cx="748144" cy="374072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FD88E755-0135-079A-B2F7-11B75E752D81}"/>
                    </a:ext>
                  </a:extLst>
                </p:cNvPr>
                <p:cNvSpPr/>
                <p:nvPr/>
              </p:nvSpPr>
              <p:spPr>
                <a:xfrm flipH="1">
                  <a:off x="2192483" y="3632136"/>
                  <a:ext cx="374072" cy="36492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2C1F1A86-908B-4B16-65E6-1BF3601121AC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5" name="Groupe 94">
                <a:extLst>
                  <a:ext uri="{FF2B5EF4-FFF2-40B4-BE49-F238E27FC236}">
                    <a16:creationId xmlns:a16="http://schemas.microsoft.com/office/drawing/2014/main" id="{2C0B3EE2-7AEF-5599-35D3-7CEA98293074}"/>
                  </a:ext>
                </a:extLst>
              </p:cNvPr>
              <p:cNvGrpSpPr/>
              <p:nvPr/>
            </p:nvGrpSpPr>
            <p:grpSpPr>
              <a:xfrm>
                <a:off x="833005" y="2911951"/>
                <a:ext cx="748144" cy="374072"/>
                <a:chOff x="2192483" y="3632136"/>
                <a:chExt cx="748144" cy="374072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17949AA8-87A8-5BBC-BD5D-625D3C80ACC2}"/>
                    </a:ext>
                  </a:extLst>
                </p:cNvPr>
                <p:cNvSpPr/>
                <p:nvPr/>
              </p:nvSpPr>
              <p:spPr>
                <a:xfrm flipH="1">
                  <a:off x="2192483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92DB79B0-0926-BCDD-8D2E-2628735003F5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17" name="Groupe 116">
              <a:extLst>
                <a:ext uri="{FF2B5EF4-FFF2-40B4-BE49-F238E27FC236}">
                  <a16:creationId xmlns:a16="http://schemas.microsoft.com/office/drawing/2014/main" id="{A01131EA-1907-5F36-9448-F6651B7F6258}"/>
                </a:ext>
              </a:extLst>
            </p:cNvPr>
            <p:cNvGrpSpPr/>
            <p:nvPr/>
          </p:nvGrpSpPr>
          <p:grpSpPr>
            <a:xfrm rot="5400000">
              <a:off x="117044" y="3200042"/>
              <a:ext cx="1350323" cy="810195"/>
              <a:chOff x="2768594" y="3900175"/>
              <a:chExt cx="1870360" cy="1122218"/>
            </a:xfrm>
          </p:grpSpPr>
          <p:grpSp>
            <p:nvGrpSpPr>
              <p:cNvPr id="118" name="Groupe 117">
                <a:extLst>
                  <a:ext uri="{FF2B5EF4-FFF2-40B4-BE49-F238E27FC236}">
                    <a16:creationId xmlns:a16="http://schemas.microsoft.com/office/drawing/2014/main" id="{C00C1FE2-029F-0AF5-9F76-885092DA2553}"/>
                  </a:ext>
                </a:extLst>
              </p:cNvPr>
              <p:cNvGrpSpPr/>
              <p:nvPr/>
            </p:nvGrpSpPr>
            <p:grpSpPr>
              <a:xfrm>
                <a:off x="2768594" y="4648321"/>
                <a:ext cx="1870360" cy="374072"/>
                <a:chOff x="3267983" y="4399332"/>
                <a:chExt cx="1870360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98599F6B-DEB6-FB45-5935-BE8A1B042DE5}"/>
                    </a:ext>
                  </a:extLst>
                </p:cNvPr>
                <p:cNvSpPr/>
                <p:nvPr/>
              </p:nvSpPr>
              <p:spPr>
                <a:xfrm rot="16200000" flipV="1">
                  <a:off x="4764271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92B9D362-D1ED-64B1-24DD-A7599E340E86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79E5ADBF-C98D-3CF3-A8BD-F491B7D817D8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3E389A8B-2776-C2B0-64FD-4D064EB91F54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C8ABD849-B50D-422A-571F-3AAA02FE47C2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6224287C-452A-7474-9433-78B1337E0BB8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19" name="Groupe 118">
                <a:extLst>
                  <a:ext uri="{FF2B5EF4-FFF2-40B4-BE49-F238E27FC236}">
                    <a16:creationId xmlns:a16="http://schemas.microsoft.com/office/drawing/2014/main" id="{43AC2281-865D-A914-62B3-3FCA1A3AB767}"/>
                  </a:ext>
                </a:extLst>
              </p:cNvPr>
              <p:cNvGrpSpPr/>
              <p:nvPr/>
            </p:nvGrpSpPr>
            <p:grpSpPr>
              <a:xfrm>
                <a:off x="2768594" y="4274249"/>
                <a:ext cx="1870360" cy="374072"/>
                <a:chOff x="3267983" y="4399332"/>
                <a:chExt cx="1870360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CEBFC67A-5423-A3C9-2429-492C98FFA2E4}"/>
                    </a:ext>
                  </a:extLst>
                </p:cNvPr>
                <p:cNvSpPr/>
                <p:nvPr/>
              </p:nvSpPr>
              <p:spPr>
                <a:xfrm rot="16200000" flipV="1">
                  <a:off x="4764271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C0641A86-0195-CF4D-3199-843CFA8EB490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6E527DD8-4235-4774-ED06-38E261A21B5D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2723BE73-D1A1-B16B-B066-641361FD5722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2AEE2131-ADC6-5D52-5F0F-39A461302D17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56A05F0B-FFC0-5FFB-BB60-FDF8FBFD8956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0" name="Groupe 119">
                <a:extLst>
                  <a:ext uri="{FF2B5EF4-FFF2-40B4-BE49-F238E27FC236}">
                    <a16:creationId xmlns:a16="http://schemas.microsoft.com/office/drawing/2014/main" id="{7481066C-94DB-FDF5-58C0-AD81AC791A58}"/>
                  </a:ext>
                </a:extLst>
              </p:cNvPr>
              <p:cNvGrpSpPr/>
              <p:nvPr/>
            </p:nvGrpSpPr>
            <p:grpSpPr>
              <a:xfrm>
                <a:off x="2768594" y="3900175"/>
                <a:ext cx="1870360" cy="374072"/>
                <a:chOff x="3267983" y="4399332"/>
                <a:chExt cx="1870360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3BE6E087-C386-FFC8-8C32-4E66E0FC53F9}"/>
                    </a:ext>
                  </a:extLst>
                </p:cNvPr>
                <p:cNvSpPr/>
                <p:nvPr/>
              </p:nvSpPr>
              <p:spPr>
                <a:xfrm rot="16200000" flipV="1">
                  <a:off x="4764271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F6CFCBF0-4EC1-62E9-C461-F349E0116239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28059457-DE28-1972-B6D3-6E45202FBAE8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BCAC9AC0-B25C-BAB5-1E9F-EA67F54D92B4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028E8198-7A56-D1C3-F7AF-41CA667884B9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059B7DFE-19EC-2E53-480C-7C35EB71343D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39" name="Groupe 138">
              <a:extLst>
                <a:ext uri="{FF2B5EF4-FFF2-40B4-BE49-F238E27FC236}">
                  <a16:creationId xmlns:a16="http://schemas.microsoft.com/office/drawing/2014/main" id="{5929CC40-CC1D-8CA9-1845-38036260B754}"/>
                </a:ext>
              </a:extLst>
            </p:cNvPr>
            <p:cNvGrpSpPr/>
            <p:nvPr/>
          </p:nvGrpSpPr>
          <p:grpSpPr>
            <a:xfrm rot="5400000">
              <a:off x="3406731" y="5251204"/>
              <a:ext cx="1350323" cy="540131"/>
              <a:chOff x="3691461" y="1690374"/>
              <a:chExt cx="1870360" cy="748146"/>
            </a:xfrm>
          </p:grpSpPr>
          <p:grpSp>
            <p:nvGrpSpPr>
              <p:cNvPr id="140" name="Groupe 139">
                <a:extLst>
                  <a:ext uri="{FF2B5EF4-FFF2-40B4-BE49-F238E27FC236}">
                    <a16:creationId xmlns:a16="http://schemas.microsoft.com/office/drawing/2014/main" id="{7801845B-1A15-35FF-B1C3-76E2B0B1AC03}"/>
                  </a:ext>
                </a:extLst>
              </p:cNvPr>
              <p:cNvGrpSpPr/>
              <p:nvPr/>
            </p:nvGrpSpPr>
            <p:grpSpPr>
              <a:xfrm>
                <a:off x="3691461" y="2064448"/>
                <a:ext cx="1870360" cy="374072"/>
                <a:chOff x="3267983" y="4399332"/>
                <a:chExt cx="1870360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F86757F0-839A-0F0D-6CA1-7BEB4F7C2695}"/>
                    </a:ext>
                  </a:extLst>
                </p:cNvPr>
                <p:cNvSpPr/>
                <p:nvPr/>
              </p:nvSpPr>
              <p:spPr>
                <a:xfrm rot="16200000" flipV="1">
                  <a:off x="4764271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56664B2C-12E6-6FB5-C154-1D6F9BE9E392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770CE75F-71AC-76F3-F43F-D1482C320523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5AF0AD1A-43EC-8584-0EDC-5703017C5384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A731F301-F75C-D912-1860-CA99D479BCCF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1BD75042-7070-D5DB-E5C8-52F04D44F8D1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</p:grpSp>
          <p:grpSp>
            <p:nvGrpSpPr>
              <p:cNvPr id="141" name="Groupe 140">
                <a:extLst>
                  <a:ext uri="{FF2B5EF4-FFF2-40B4-BE49-F238E27FC236}">
                    <a16:creationId xmlns:a16="http://schemas.microsoft.com/office/drawing/2014/main" id="{94CED8B6-E45B-3323-A153-8F9636EFD4E8}"/>
                  </a:ext>
                </a:extLst>
              </p:cNvPr>
              <p:cNvGrpSpPr/>
              <p:nvPr/>
            </p:nvGrpSpPr>
            <p:grpSpPr>
              <a:xfrm>
                <a:off x="3691461" y="1690374"/>
                <a:ext cx="1870360" cy="374072"/>
                <a:chOff x="3267983" y="4399332"/>
                <a:chExt cx="1870360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66D8F03C-4399-3167-8FF5-2523C9991912}"/>
                    </a:ext>
                  </a:extLst>
                </p:cNvPr>
                <p:cNvSpPr/>
                <p:nvPr/>
              </p:nvSpPr>
              <p:spPr>
                <a:xfrm rot="16200000" flipV="1">
                  <a:off x="4764271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50CC6B1A-2CD8-3BFF-BED2-43EA88F928F3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50" name="Groupe 149">
              <a:extLst>
                <a:ext uri="{FF2B5EF4-FFF2-40B4-BE49-F238E27FC236}">
                  <a16:creationId xmlns:a16="http://schemas.microsoft.com/office/drawing/2014/main" id="{F1966432-495A-CE26-AAF5-9D706B25FAD5}"/>
                </a:ext>
              </a:extLst>
            </p:cNvPr>
            <p:cNvGrpSpPr/>
            <p:nvPr/>
          </p:nvGrpSpPr>
          <p:grpSpPr>
            <a:xfrm>
              <a:off x="1339915" y="4441010"/>
              <a:ext cx="810192" cy="810195"/>
              <a:chOff x="2768594" y="3900175"/>
              <a:chExt cx="1122216" cy="1122218"/>
            </a:xfrm>
          </p:grpSpPr>
          <p:grpSp>
            <p:nvGrpSpPr>
              <p:cNvPr id="151" name="Groupe 150">
                <a:extLst>
                  <a:ext uri="{FF2B5EF4-FFF2-40B4-BE49-F238E27FC236}">
                    <a16:creationId xmlns:a16="http://schemas.microsoft.com/office/drawing/2014/main" id="{89F26494-88E2-BA5D-EAD1-95A2D0564626}"/>
                  </a:ext>
                </a:extLst>
              </p:cNvPr>
              <p:cNvGrpSpPr/>
              <p:nvPr/>
            </p:nvGrpSpPr>
            <p:grpSpPr>
              <a:xfrm>
                <a:off x="2768594" y="4648321"/>
                <a:ext cx="1122216" cy="374072"/>
                <a:chOff x="3267983" y="4399332"/>
                <a:chExt cx="1122216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DB6C5F21-597E-2742-8B47-15E5FB9AB2CD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CBBA86C6-3FBF-6346-0F88-80573D442996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DF684413-7A21-C176-E8E1-D6B077B3D021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E25C28A5-AE48-C864-178E-5BD603D89CEE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2" name="Groupe 151">
                <a:extLst>
                  <a:ext uri="{FF2B5EF4-FFF2-40B4-BE49-F238E27FC236}">
                    <a16:creationId xmlns:a16="http://schemas.microsoft.com/office/drawing/2014/main" id="{6414BBA7-F6C5-60B8-E857-387150CC41B3}"/>
                  </a:ext>
                </a:extLst>
              </p:cNvPr>
              <p:cNvGrpSpPr/>
              <p:nvPr/>
            </p:nvGrpSpPr>
            <p:grpSpPr>
              <a:xfrm>
                <a:off x="2768594" y="4274249"/>
                <a:ext cx="1122216" cy="374072"/>
                <a:chOff x="3267983" y="4399332"/>
                <a:chExt cx="1122216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EB1ABAEC-412F-27C9-4DA1-BDB3D3F7F46E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674A200C-C362-2E9A-5095-27A5F40892D8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9A2EF8A0-9466-97CF-744D-40BF4EBCBE45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022DD277-28FF-37DB-D53B-74E7C4E65ED5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3" name="Groupe 152">
                <a:extLst>
                  <a:ext uri="{FF2B5EF4-FFF2-40B4-BE49-F238E27FC236}">
                    <a16:creationId xmlns:a16="http://schemas.microsoft.com/office/drawing/2014/main" id="{F7BA799D-1F2A-F4CC-DB26-4BE4F33FE32D}"/>
                  </a:ext>
                </a:extLst>
              </p:cNvPr>
              <p:cNvGrpSpPr/>
              <p:nvPr/>
            </p:nvGrpSpPr>
            <p:grpSpPr>
              <a:xfrm>
                <a:off x="2768594" y="3900175"/>
                <a:ext cx="1122216" cy="374072"/>
                <a:chOff x="3267983" y="4399332"/>
                <a:chExt cx="1122216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2A19E2D0-D469-D28D-F180-8FF66C3F81FA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3716D145-F047-E259-2889-6EFCF0AD58AD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A5C2DECF-EF7E-D20A-B5F2-2AF634322EA7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227296F9-4750-0A8F-AF6D-AB0B4911A734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4A8B8B4-D473-7939-A165-B4C246DAAC39}"/>
                </a:ext>
              </a:extLst>
            </p:cNvPr>
            <p:cNvSpPr/>
            <p:nvPr/>
          </p:nvSpPr>
          <p:spPr>
            <a:xfrm rot="16200000">
              <a:off x="3456850" y="5490345"/>
              <a:ext cx="270064" cy="2700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7" name="Groupe 166">
              <a:extLst>
                <a:ext uri="{FF2B5EF4-FFF2-40B4-BE49-F238E27FC236}">
                  <a16:creationId xmlns:a16="http://schemas.microsoft.com/office/drawing/2014/main" id="{0E78C43C-ADEB-08FC-F64C-AA1979F37DC7}"/>
                </a:ext>
              </a:extLst>
            </p:cNvPr>
            <p:cNvGrpSpPr/>
            <p:nvPr/>
          </p:nvGrpSpPr>
          <p:grpSpPr>
            <a:xfrm>
              <a:off x="2499887" y="3997662"/>
              <a:ext cx="810195" cy="540131"/>
              <a:chOff x="3691461" y="1690374"/>
              <a:chExt cx="1122216" cy="748146"/>
            </a:xfrm>
          </p:grpSpPr>
          <p:grpSp>
            <p:nvGrpSpPr>
              <p:cNvPr id="168" name="Groupe 167">
                <a:extLst>
                  <a:ext uri="{FF2B5EF4-FFF2-40B4-BE49-F238E27FC236}">
                    <a16:creationId xmlns:a16="http://schemas.microsoft.com/office/drawing/2014/main" id="{31F04A06-2A1A-59B1-4270-4C89F89615D3}"/>
                  </a:ext>
                </a:extLst>
              </p:cNvPr>
              <p:cNvGrpSpPr/>
              <p:nvPr/>
            </p:nvGrpSpPr>
            <p:grpSpPr>
              <a:xfrm>
                <a:off x="3691461" y="2064448"/>
                <a:ext cx="1122216" cy="374072"/>
                <a:chOff x="3267983" y="4399332"/>
                <a:chExt cx="1122216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1DE0C75C-2DD5-2D6D-762A-69D326683533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9CAB7B24-E312-96B8-346D-8EEED4FE9AE7}"/>
                    </a:ext>
                  </a:extLst>
                </p:cNvPr>
                <p:cNvSpPr/>
                <p:nvPr/>
              </p:nvSpPr>
              <p:spPr>
                <a:xfrm rot="16200000" flipV="1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3D83D433-35AD-0380-D765-7D7EBF26C76E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DB808CDF-510D-5F97-9140-6A9253C52FC8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5608F630-3209-7F87-F515-99AFE8C7E47C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25E245AA-8D7C-C5F9-03BC-F0C8145E41C6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9" name="Groupe 168">
                <a:extLst>
                  <a:ext uri="{FF2B5EF4-FFF2-40B4-BE49-F238E27FC236}">
                    <a16:creationId xmlns:a16="http://schemas.microsoft.com/office/drawing/2014/main" id="{3F6CB575-4BC1-5E4A-E59C-8E88019354CD}"/>
                  </a:ext>
                </a:extLst>
              </p:cNvPr>
              <p:cNvGrpSpPr/>
              <p:nvPr/>
            </p:nvGrpSpPr>
            <p:grpSpPr>
              <a:xfrm>
                <a:off x="3691461" y="1690374"/>
                <a:ext cx="1122216" cy="374072"/>
                <a:chOff x="3267983" y="4399332"/>
                <a:chExt cx="1122216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E730807A-52F5-1380-38AF-543D3380DCF7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C54714D3-8227-FAD2-1BB4-CA7DED716DE1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94" name="Groupe 193">
              <a:extLst>
                <a:ext uri="{FF2B5EF4-FFF2-40B4-BE49-F238E27FC236}">
                  <a16:creationId xmlns:a16="http://schemas.microsoft.com/office/drawing/2014/main" id="{DDEA8B62-3E58-5F1D-41ED-2FE930A00885}"/>
                </a:ext>
              </a:extLst>
            </p:cNvPr>
            <p:cNvGrpSpPr/>
            <p:nvPr/>
          </p:nvGrpSpPr>
          <p:grpSpPr>
            <a:xfrm>
              <a:off x="1986347" y="4630881"/>
              <a:ext cx="1350321" cy="1620387"/>
              <a:chOff x="8344297" y="665907"/>
              <a:chExt cx="1870360" cy="2244436"/>
            </a:xfrm>
          </p:grpSpPr>
          <p:grpSp>
            <p:nvGrpSpPr>
              <p:cNvPr id="178" name="Groupe 177">
                <a:extLst>
                  <a:ext uri="{FF2B5EF4-FFF2-40B4-BE49-F238E27FC236}">
                    <a16:creationId xmlns:a16="http://schemas.microsoft.com/office/drawing/2014/main" id="{0E381383-F613-E1E7-4730-2B870783E544}"/>
                  </a:ext>
                </a:extLst>
              </p:cNvPr>
              <p:cNvGrpSpPr/>
              <p:nvPr/>
            </p:nvGrpSpPr>
            <p:grpSpPr>
              <a:xfrm>
                <a:off x="9092441" y="665907"/>
                <a:ext cx="1122216" cy="1122218"/>
                <a:chOff x="3516738" y="3900175"/>
                <a:chExt cx="1122216" cy="1122218"/>
              </a:xfrm>
            </p:grpSpPr>
            <p:grpSp>
              <p:nvGrpSpPr>
                <p:cNvPr id="202" name="Groupe 201">
                  <a:extLst>
                    <a:ext uri="{FF2B5EF4-FFF2-40B4-BE49-F238E27FC236}">
                      <a16:creationId xmlns:a16="http://schemas.microsoft.com/office/drawing/2014/main" id="{10467EB7-C58C-5F3E-2D14-2974E8FEA953}"/>
                    </a:ext>
                  </a:extLst>
                </p:cNvPr>
                <p:cNvGrpSpPr/>
                <p:nvPr/>
              </p:nvGrpSpPr>
              <p:grpSpPr>
                <a:xfrm>
                  <a:off x="3516738" y="4648321"/>
                  <a:ext cx="1122216" cy="374072"/>
                  <a:chOff x="4016127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13" name="Rectangle 212">
                    <a:extLst>
                      <a:ext uri="{FF2B5EF4-FFF2-40B4-BE49-F238E27FC236}">
                        <a16:creationId xmlns:a16="http://schemas.microsoft.com/office/drawing/2014/main" id="{9FA0F123-B77B-ACD8-5421-8FBF858A43C9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4" name="Rectangle 213">
                    <a:extLst>
                      <a:ext uri="{FF2B5EF4-FFF2-40B4-BE49-F238E27FC236}">
                        <a16:creationId xmlns:a16="http://schemas.microsoft.com/office/drawing/2014/main" id="{B8A6ADA7-68BA-B455-874E-25B64B5F6B44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5" name="Rectangle 214">
                    <a:extLst>
                      <a:ext uri="{FF2B5EF4-FFF2-40B4-BE49-F238E27FC236}">
                        <a16:creationId xmlns:a16="http://schemas.microsoft.com/office/drawing/2014/main" id="{FA3EDA10-040D-AB2A-BE19-D42592492A3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6" name="Rectangle 215">
                    <a:extLst>
                      <a:ext uri="{FF2B5EF4-FFF2-40B4-BE49-F238E27FC236}">
                        <a16:creationId xmlns:a16="http://schemas.microsoft.com/office/drawing/2014/main" id="{316C6619-864E-ABC0-35B9-D081B82392D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03" name="Groupe 202">
                  <a:extLst>
                    <a:ext uri="{FF2B5EF4-FFF2-40B4-BE49-F238E27FC236}">
                      <a16:creationId xmlns:a16="http://schemas.microsoft.com/office/drawing/2014/main" id="{39548A44-38C3-B549-7214-24AAEF4B3057}"/>
                    </a:ext>
                  </a:extLst>
                </p:cNvPr>
                <p:cNvGrpSpPr/>
                <p:nvPr/>
              </p:nvGrpSpPr>
              <p:grpSpPr>
                <a:xfrm>
                  <a:off x="3516738" y="4274249"/>
                  <a:ext cx="1122216" cy="374072"/>
                  <a:chOff x="4016127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09" name="Rectangle 208">
                    <a:extLst>
                      <a:ext uri="{FF2B5EF4-FFF2-40B4-BE49-F238E27FC236}">
                        <a16:creationId xmlns:a16="http://schemas.microsoft.com/office/drawing/2014/main" id="{1B57FC7E-2ED7-558B-3966-CD5D5B7E6C11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4D719B16-A857-D117-7DC3-3556DAA582C4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A109411D-5AA6-9BFF-AA9D-EBA60725DCA0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2" name="Rectangle 211">
                    <a:extLst>
                      <a:ext uri="{FF2B5EF4-FFF2-40B4-BE49-F238E27FC236}">
                        <a16:creationId xmlns:a16="http://schemas.microsoft.com/office/drawing/2014/main" id="{B11C00D1-46B5-21BA-D698-5C957810F71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04" name="Groupe 203">
                  <a:extLst>
                    <a:ext uri="{FF2B5EF4-FFF2-40B4-BE49-F238E27FC236}">
                      <a16:creationId xmlns:a16="http://schemas.microsoft.com/office/drawing/2014/main" id="{19238F53-38FD-82E8-3F77-D5A83F0941D4}"/>
                    </a:ext>
                  </a:extLst>
                </p:cNvPr>
                <p:cNvGrpSpPr/>
                <p:nvPr/>
              </p:nvGrpSpPr>
              <p:grpSpPr>
                <a:xfrm>
                  <a:off x="3516738" y="3900175"/>
                  <a:ext cx="1122216" cy="374072"/>
                  <a:chOff x="4016127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05" name="Rectangle 204">
                    <a:extLst>
                      <a:ext uri="{FF2B5EF4-FFF2-40B4-BE49-F238E27FC236}">
                        <a16:creationId xmlns:a16="http://schemas.microsoft.com/office/drawing/2014/main" id="{02A36938-E2FC-03FE-34C1-6B3410F6DA1E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7B5AD3E3-47B8-CBCB-C18F-8F0E630F908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07" name="Rectangle 206">
                    <a:extLst>
                      <a:ext uri="{FF2B5EF4-FFF2-40B4-BE49-F238E27FC236}">
                        <a16:creationId xmlns:a16="http://schemas.microsoft.com/office/drawing/2014/main" id="{DBA31F1D-BC1B-F758-BA72-3DC79FA9D942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08" name="Rectangle 207">
                    <a:extLst>
                      <a:ext uri="{FF2B5EF4-FFF2-40B4-BE49-F238E27FC236}">
                        <a16:creationId xmlns:a16="http://schemas.microsoft.com/office/drawing/2014/main" id="{48C11E03-B826-6BAE-2FB5-0FAD2A9F8D6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179" name="Groupe 178">
                <a:extLst>
                  <a:ext uri="{FF2B5EF4-FFF2-40B4-BE49-F238E27FC236}">
                    <a16:creationId xmlns:a16="http://schemas.microsoft.com/office/drawing/2014/main" id="{085D4C65-E513-8791-A503-B0D148289199}"/>
                  </a:ext>
                </a:extLst>
              </p:cNvPr>
              <p:cNvGrpSpPr/>
              <p:nvPr/>
            </p:nvGrpSpPr>
            <p:grpSpPr>
              <a:xfrm>
                <a:off x="8344297" y="1788125"/>
                <a:ext cx="1870360" cy="1122218"/>
                <a:chOff x="2768594" y="3900175"/>
                <a:chExt cx="1870360" cy="1122218"/>
              </a:xfrm>
            </p:grpSpPr>
            <p:grpSp>
              <p:nvGrpSpPr>
                <p:cNvPr id="180" name="Groupe 179">
                  <a:extLst>
                    <a:ext uri="{FF2B5EF4-FFF2-40B4-BE49-F238E27FC236}">
                      <a16:creationId xmlns:a16="http://schemas.microsoft.com/office/drawing/2014/main" id="{910D4655-B48A-6AA5-41B6-9D2CE8C40A75}"/>
                    </a:ext>
                  </a:extLst>
                </p:cNvPr>
                <p:cNvGrpSpPr/>
                <p:nvPr/>
              </p:nvGrpSpPr>
              <p:grpSpPr>
                <a:xfrm>
                  <a:off x="2768594" y="4648321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96" name="Rectangle 195">
                    <a:extLst>
                      <a:ext uri="{FF2B5EF4-FFF2-40B4-BE49-F238E27FC236}">
                        <a16:creationId xmlns:a16="http://schemas.microsoft.com/office/drawing/2014/main" id="{610B5F07-D9F2-2C07-51A7-345C35A75ACA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7" name="Rectangle 196">
                    <a:extLst>
                      <a:ext uri="{FF2B5EF4-FFF2-40B4-BE49-F238E27FC236}">
                        <a16:creationId xmlns:a16="http://schemas.microsoft.com/office/drawing/2014/main" id="{00F2CA94-EBB7-4478-4800-3B9A5B97D7F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8" name="Rectangle 197">
                    <a:extLst>
                      <a:ext uri="{FF2B5EF4-FFF2-40B4-BE49-F238E27FC236}">
                        <a16:creationId xmlns:a16="http://schemas.microsoft.com/office/drawing/2014/main" id="{9E08A7C9-1360-6FAA-38C2-F647D7BBDB99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9" name="Rectangle 198">
                    <a:extLst>
                      <a:ext uri="{FF2B5EF4-FFF2-40B4-BE49-F238E27FC236}">
                        <a16:creationId xmlns:a16="http://schemas.microsoft.com/office/drawing/2014/main" id="{17980E7C-8EB8-D178-6209-3F2BECF48AC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04E1D13F-D108-F384-FC21-E6EFF4CD5A7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01" name="Rectangle 200">
                    <a:extLst>
                      <a:ext uri="{FF2B5EF4-FFF2-40B4-BE49-F238E27FC236}">
                        <a16:creationId xmlns:a16="http://schemas.microsoft.com/office/drawing/2014/main" id="{C6ED483C-C7C0-0A60-0F6D-885747F16BD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81" name="Groupe 180">
                  <a:extLst>
                    <a:ext uri="{FF2B5EF4-FFF2-40B4-BE49-F238E27FC236}">
                      <a16:creationId xmlns:a16="http://schemas.microsoft.com/office/drawing/2014/main" id="{139E3AD6-C664-CC0D-CD9B-DD80EFC9D8D0}"/>
                    </a:ext>
                  </a:extLst>
                </p:cNvPr>
                <p:cNvGrpSpPr/>
                <p:nvPr/>
              </p:nvGrpSpPr>
              <p:grpSpPr>
                <a:xfrm>
                  <a:off x="2768594" y="4274249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89" name="Rectangle 188">
                    <a:extLst>
                      <a:ext uri="{FF2B5EF4-FFF2-40B4-BE49-F238E27FC236}">
                        <a16:creationId xmlns:a16="http://schemas.microsoft.com/office/drawing/2014/main" id="{9D8C27DA-A1A7-DE9F-2B21-7E435727FF01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187048DA-C462-6E2B-49EF-29C3A0B86B37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6B86604A-2F39-C592-0A6E-E9EB24EB822C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98C23D3E-BC72-202B-6B3A-4605C3DF29C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85966A14-5073-5374-08AB-651D3EB2313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75B55414-CBCA-E0B4-D451-7A33E117847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82" name="Groupe 181">
                  <a:extLst>
                    <a:ext uri="{FF2B5EF4-FFF2-40B4-BE49-F238E27FC236}">
                      <a16:creationId xmlns:a16="http://schemas.microsoft.com/office/drawing/2014/main" id="{39432F68-C6C1-0CFD-66E7-7BF4514C09D1}"/>
                    </a:ext>
                  </a:extLst>
                </p:cNvPr>
                <p:cNvGrpSpPr/>
                <p:nvPr/>
              </p:nvGrpSpPr>
              <p:grpSpPr>
                <a:xfrm>
                  <a:off x="2768594" y="3900175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183" name="Rectangle 182">
                    <a:extLst>
                      <a:ext uri="{FF2B5EF4-FFF2-40B4-BE49-F238E27FC236}">
                        <a16:creationId xmlns:a16="http://schemas.microsoft.com/office/drawing/2014/main" id="{D23E5EE1-1A20-5315-BD37-75988928D958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84" name="Rectangle 183">
                    <a:extLst>
                      <a:ext uri="{FF2B5EF4-FFF2-40B4-BE49-F238E27FC236}">
                        <a16:creationId xmlns:a16="http://schemas.microsoft.com/office/drawing/2014/main" id="{1BCA5B56-BBE1-7D5A-018E-23A7471304AC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84BA3C01-8A4C-A6A0-12BD-41B412A9E75D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86" name="Rectangle 185">
                    <a:extLst>
                      <a:ext uri="{FF2B5EF4-FFF2-40B4-BE49-F238E27FC236}">
                        <a16:creationId xmlns:a16="http://schemas.microsoft.com/office/drawing/2014/main" id="{12557E3E-B887-D49E-02BA-91B7930CF95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87" name="Rectangle 186">
                    <a:extLst>
                      <a:ext uri="{FF2B5EF4-FFF2-40B4-BE49-F238E27FC236}">
                        <a16:creationId xmlns:a16="http://schemas.microsoft.com/office/drawing/2014/main" id="{C84D025D-A39D-13C4-0E6C-A9D1F0080C7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88" name="Rectangle 187">
                    <a:extLst>
                      <a:ext uri="{FF2B5EF4-FFF2-40B4-BE49-F238E27FC236}">
                        <a16:creationId xmlns:a16="http://schemas.microsoft.com/office/drawing/2014/main" id="{6A90E7EE-A63A-30F7-E817-63EBDB9FAC2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/>
                  </a:p>
                </p:txBody>
              </p:sp>
            </p:grpSp>
          </p:grpSp>
        </p:grpSp>
        <p:grpSp>
          <p:nvGrpSpPr>
            <p:cNvPr id="217" name="Groupe 216">
              <a:extLst>
                <a:ext uri="{FF2B5EF4-FFF2-40B4-BE49-F238E27FC236}">
                  <a16:creationId xmlns:a16="http://schemas.microsoft.com/office/drawing/2014/main" id="{099E15F0-6239-D591-C68A-E0BD2D793589}"/>
                </a:ext>
              </a:extLst>
            </p:cNvPr>
            <p:cNvGrpSpPr/>
            <p:nvPr/>
          </p:nvGrpSpPr>
          <p:grpSpPr>
            <a:xfrm flipH="1">
              <a:off x="408072" y="4652155"/>
              <a:ext cx="1350321" cy="1620387"/>
              <a:chOff x="8344297" y="665907"/>
              <a:chExt cx="1870360" cy="2244436"/>
            </a:xfrm>
          </p:grpSpPr>
          <p:grpSp>
            <p:nvGrpSpPr>
              <p:cNvPr id="218" name="Groupe 217">
                <a:extLst>
                  <a:ext uri="{FF2B5EF4-FFF2-40B4-BE49-F238E27FC236}">
                    <a16:creationId xmlns:a16="http://schemas.microsoft.com/office/drawing/2014/main" id="{3659D5F3-81DF-798F-5A3A-949B4BA8A6CB}"/>
                  </a:ext>
                </a:extLst>
              </p:cNvPr>
              <p:cNvGrpSpPr/>
              <p:nvPr/>
            </p:nvGrpSpPr>
            <p:grpSpPr>
              <a:xfrm>
                <a:off x="9092441" y="665907"/>
                <a:ext cx="1122216" cy="1122218"/>
                <a:chOff x="3516738" y="3900175"/>
                <a:chExt cx="1122216" cy="1122218"/>
              </a:xfrm>
            </p:grpSpPr>
            <p:grpSp>
              <p:nvGrpSpPr>
                <p:cNvPr id="241" name="Groupe 240">
                  <a:extLst>
                    <a:ext uri="{FF2B5EF4-FFF2-40B4-BE49-F238E27FC236}">
                      <a16:creationId xmlns:a16="http://schemas.microsoft.com/office/drawing/2014/main" id="{3A7BBB54-EBAE-2ACA-53B6-FF37082D058C}"/>
                    </a:ext>
                  </a:extLst>
                </p:cNvPr>
                <p:cNvGrpSpPr/>
                <p:nvPr/>
              </p:nvGrpSpPr>
              <p:grpSpPr>
                <a:xfrm>
                  <a:off x="3516738" y="4648321"/>
                  <a:ext cx="1122216" cy="374072"/>
                  <a:chOff x="4016127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52" name="Rectangle 251">
                    <a:extLst>
                      <a:ext uri="{FF2B5EF4-FFF2-40B4-BE49-F238E27FC236}">
                        <a16:creationId xmlns:a16="http://schemas.microsoft.com/office/drawing/2014/main" id="{27C5C4BC-0D03-033E-FBE6-D7D8B9EF82AB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53" name="Rectangle 252">
                    <a:extLst>
                      <a:ext uri="{FF2B5EF4-FFF2-40B4-BE49-F238E27FC236}">
                        <a16:creationId xmlns:a16="http://schemas.microsoft.com/office/drawing/2014/main" id="{53BF77B5-A2EB-EBA5-10A4-913941567F5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54" name="Rectangle 253">
                    <a:extLst>
                      <a:ext uri="{FF2B5EF4-FFF2-40B4-BE49-F238E27FC236}">
                        <a16:creationId xmlns:a16="http://schemas.microsoft.com/office/drawing/2014/main" id="{6688AF60-4D4F-CBD6-A3E0-6E13D07F9A6B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55" name="Rectangle 254">
                    <a:extLst>
                      <a:ext uri="{FF2B5EF4-FFF2-40B4-BE49-F238E27FC236}">
                        <a16:creationId xmlns:a16="http://schemas.microsoft.com/office/drawing/2014/main" id="{03E572D9-1272-91C2-643C-AFEDB66D55B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42" name="Groupe 241">
                  <a:extLst>
                    <a:ext uri="{FF2B5EF4-FFF2-40B4-BE49-F238E27FC236}">
                      <a16:creationId xmlns:a16="http://schemas.microsoft.com/office/drawing/2014/main" id="{7BAC56FF-938C-1B4B-6D23-0649003000AD}"/>
                    </a:ext>
                  </a:extLst>
                </p:cNvPr>
                <p:cNvGrpSpPr/>
                <p:nvPr/>
              </p:nvGrpSpPr>
              <p:grpSpPr>
                <a:xfrm>
                  <a:off x="3516738" y="4274249"/>
                  <a:ext cx="1122216" cy="374072"/>
                  <a:chOff x="4016127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48" name="Rectangle 247">
                    <a:extLst>
                      <a:ext uri="{FF2B5EF4-FFF2-40B4-BE49-F238E27FC236}">
                        <a16:creationId xmlns:a16="http://schemas.microsoft.com/office/drawing/2014/main" id="{CB60DBD1-3151-2EA1-F54A-7DC68DA473FF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49" name="Rectangle 248">
                    <a:extLst>
                      <a:ext uri="{FF2B5EF4-FFF2-40B4-BE49-F238E27FC236}">
                        <a16:creationId xmlns:a16="http://schemas.microsoft.com/office/drawing/2014/main" id="{0EBEE02E-1EE4-E836-0FE9-A806360AE14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50" name="Rectangle 249">
                    <a:extLst>
                      <a:ext uri="{FF2B5EF4-FFF2-40B4-BE49-F238E27FC236}">
                        <a16:creationId xmlns:a16="http://schemas.microsoft.com/office/drawing/2014/main" id="{2DE2E350-A3BF-7F8F-59A4-CC8A9E583D42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51" name="Rectangle 250">
                    <a:extLst>
                      <a:ext uri="{FF2B5EF4-FFF2-40B4-BE49-F238E27FC236}">
                        <a16:creationId xmlns:a16="http://schemas.microsoft.com/office/drawing/2014/main" id="{A53583F0-65CF-431A-F67A-513FFD747A7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43" name="Groupe 242">
                  <a:extLst>
                    <a:ext uri="{FF2B5EF4-FFF2-40B4-BE49-F238E27FC236}">
                      <a16:creationId xmlns:a16="http://schemas.microsoft.com/office/drawing/2014/main" id="{053E31AE-33E8-D630-436B-B895FBB6B82B}"/>
                    </a:ext>
                  </a:extLst>
                </p:cNvPr>
                <p:cNvGrpSpPr/>
                <p:nvPr/>
              </p:nvGrpSpPr>
              <p:grpSpPr>
                <a:xfrm>
                  <a:off x="3516738" y="3900175"/>
                  <a:ext cx="1122216" cy="374072"/>
                  <a:chOff x="4016127" y="4399332"/>
                  <a:chExt cx="1122216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44" name="Rectangle 243">
                    <a:extLst>
                      <a:ext uri="{FF2B5EF4-FFF2-40B4-BE49-F238E27FC236}">
                        <a16:creationId xmlns:a16="http://schemas.microsoft.com/office/drawing/2014/main" id="{6D976D6D-42D2-24A1-8393-709B3D8796AA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45" name="Rectangle 244">
                    <a:extLst>
                      <a:ext uri="{FF2B5EF4-FFF2-40B4-BE49-F238E27FC236}">
                        <a16:creationId xmlns:a16="http://schemas.microsoft.com/office/drawing/2014/main" id="{3C6F8AEA-5763-36C5-E1B9-10E1F977815D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46" name="Rectangle 245">
                    <a:extLst>
                      <a:ext uri="{FF2B5EF4-FFF2-40B4-BE49-F238E27FC236}">
                        <a16:creationId xmlns:a16="http://schemas.microsoft.com/office/drawing/2014/main" id="{5D24698A-F514-2B32-629E-518F4A8E2997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47" name="Rectangle 246">
                    <a:extLst>
                      <a:ext uri="{FF2B5EF4-FFF2-40B4-BE49-F238E27FC236}">
                        <a16:creationId xmlns:a16="http://schemas.microsoft.com/office/drawing/2014/main" id="{BA62E835-F3E5-383D-D504-BB26CF40710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grpSp>
            <p:nvGrpSpPr>
              <p:cNvPr id="219" name="Groupe 218">
                <a:extLst>
                  <a:ext uri="{FF2B5EF4-FFF2-40B4-BE49-F238E27FC236}">
                    <a16:creationId xmlns:a16="http://schemas.microsoft.com/office/drawing/2014/main" id="{4E6A3F53-D060-7974-5B8F-4B2C6029C8E8}"/>
                  </a:ext>
                </a:extLst>
              </p:cNvPr>
              <p:cNvGrpSpPr/>
              <p:nvPr/>
            </p:nvGrpSpPr>
            <p:grpSpPr>
              <a:xfrm>
                <a:off x="8344297" y="1788125"/>
                <a:ext cx="1870360" cy="1122218"/>
                <a:chOff x="2768594" y="3900175"/>
                <a:chExt cx="1870360" cy="1122218"/>
              </a:xfrm>
            </p:grpSpPr>
            <p:grpSp>
              <p:nvGrpSpPr>
                <p:cNvPr id="220" name="Groupe 219">
                  <a:extLst>
                    <a:ext uri="{FF2B5EF4-FFF2-40B4-BE49-F238E27FC236}">
                      <a16:creationId xmlns:a16="http://schemas.microsoft.com/office/drawing/2014/main" id="{356F548B-3CB8-4D54-29D1-6B9772DA3C26}"/>
                    </a:ext>
                  </a:extLst>
                </p:cNvPr>
                <p:cNvGrpSpPr/>
                <p:nvPr/>
              </p:nvGrpSpPr>
              <p:grpSpPr>
                <a:xfrm>
                  <a:off x="2768594" y="4648321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35" name="Rectangle 234">
                    <a:extLst>
                      <a:ext uri="{FF2B5EF4-FFF2-40B4-BE49-F238E27FC236}">
                        <a16:creationId xmlns:a16="http://schemas.microsoft.com/office/drawing/2014/main" id="{D0EC92C5-8446-2B75-4CB4-4CF01C9C95E4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6" name="Rectangle 235">
                    <a:extLst>
                      <a:ext uri="{FF2B5EF4-FFF2-40B4-BE49-F238E27FC236}">
                        <a16:creationId xmlns:a16="http://schemas.microsoft.com/office/drawing/2014/main" id="{07CEA7A6-E08F-2060-0F54-1D11D77929B7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7" name="Rectangle 236">
                    <a:extLst>
                      <a:ext uri="{FF2B5EF4-FFF2-40B4-BE49-F238E27FC236}">
                        <a16:creationId xmlns:a16="http://schemas.microsoft.com/office/drawing/2014/main" id="{23BAA968-38D0-746E-0A3A-41FE096470A4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8" name="Rectangle 237">
                    <a:extLst>
                      <a:ext uri="{FF2B5EF4-FFF2-40B4-BE49-F238E27FC236}">
                        <a16:creationId xmlns:a16="http://schemas.microsoft.com/office/drawing/2014/main" id="{9CF8C19D-4188-A671-CC55-D970C8E7501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9" name="Rectangle 238">
                    <a:extLst>
                      <a:ext uri="{FF2B5EF4-FFF2-40B4-BE49-F238E27FC236}">
                        <a16:creationId xmlns:a16="http://schemas.microsoft.com/office/drawing/2014/main" id="{6D8CA902-9E94-4666-25AE-C38BE9E2C10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40" name="Rectangle 239">
                    <a:extLst>
                      <a:ext uri="{FF2B5EF4-FFF2-40B4-BE49-F238E27FC236}">
                        <a16:creationId xmlns:a16="http://schemas.microsoft.com/office/drawing/2014/main" id="{86C15139-CF26-FCA9-261F-2ED04E94283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21" name="Groupe 220">
                  <a:extLst>
                    <a:ext uri="{FF2B5EF4-FFF2-40B4-BE49-F238E27FC236}">
                      <a16:creationId xmlns:a16="http://schemas.microsoft.com/office/drawing/2014/main" id="{78ADDD07-B816-C4CE-CC55-4170995B03BE}"/>
                    </a:ext>
                  </a:extLst>
                </p:cNvPr>
                <p:cNvGrpSpPr/>
                <p:nvPr/>
              </p:nvGrpSpPr>
              <p:grpSpPr>
                <a:xfrm>
                  <a:off x="2768594" y="4274249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29" name="Rectangle 228">
                    <a:extLst>
                      <a:ext uri="{FF2B5EF4-FFF2-40B4-BE49-F238E27FC236}">
                        <a16:creationId xmlns:a16="http://schemas.microsoft.com/office/drawing/2014/main" id="{BFC061DB-2099-233D-AE62-0CC18C3B4DBE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0" name="Rectangle 229">
                    <a:extLst>
                      <a:ext uri="{FF2B5EF4-FFF2-40B4-BE49-F238E27FC236}">
                        <a16:creationId xmlns:a16="http://schemas.microsoft.com/office/drawing/2014/main" id="{C2D87FC5-E53E-F1AD-0145-4277DCB6661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1" name="Rectangle 230">
                    <a:extLst>
                      <a:ext uri="{FF2B5EF4-FFF2-40B4-BE49-F238E27FC236}">
                        <a16:creationId xmlns:a16="http://schemas.microsoft.com/office/drawing/2014/main" id="{7072BA2D-86B5-8AAA-4DF8-1846626AF012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2" name="Rectangle 231">
                    <a:extLst>
                      <a:ext uri="{FF2B5EF4-FFF2-40B4-BE49-F238E27FC236}">
                        <a16:creationId xmlns:a16="http://schemas.microsoft.com/office/drawing/2014/main" id="{0A3DADAC-CCE0-F9F0-6B0D-E6AEE8E821C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3" name="Rectangle 232">
                    <a:extLst>
                      <a:ext uri="{FF2B5EF4-FFF2-40B4-BE49-F238E27FC236}">
                        <a16:creationId xmlns:a16="http://schemas.microsoft.com/office/drawing/2014/main" id="{E412155C-1006-CC27-AFB2-A9A3C1245A1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34" name="Rectangle 233">
                    <a:extLst>
                      <a:ext uri="{FF2B5EF4-FFF2-40B4-BE49-F238E27FC236}">
                        <a16:creationId xmlns:a16="http://schemas.microsoft.com/office/drawing/2014/main" id="{E5A92A40-7D3C-CFC9-EEAF-BB8EF73FFDC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222" name="Groupe 221">
                  <a:extLst>
                    <a:ext uri="{FF2B5EF4-FFF2-40B4-BE49-F238E27FC236}">
                      <a16:creationId xmlns:a16="http://schemas.microsoft.com/office/drawing/2014/main" id="{4AB21A33-3807-90CE-1817-A79BFA4E7EC4}"/>
                    </a:ext>
                  </a:extLst>
                </p:cNvPr>
                <p:cNvGrpSpPr/>
                <p:nvPr/>
              </p:nvGrpSpPr>
              <p:grpSpPr>
                <a:xfrm>
                  <a:off x="2768594" y="3900175"/>
                  <a:ext cx="1870360" cy="374072"/>
                  <a:chOff x="3267983" y="4399332"/>
                  <a:chExt cx="1870360" cy="374072"/>
                </a:xfrm>
                <a:solidFill>
                  <a:schemeClr val="accent2">
                    <a:lumMod val="20000"/>
                    <a:lumOff val="80000"/>
                  </a:schemeClr>
                </a:solidFill>
              </p:grpSpPr>
              <p:sp>
                <p:nvSpPr>
                  <p:cNvPr id="223" name="Rectangle 222">
                    <a:extLst>
                      <a:ext uri="{FF2B5EF4-FFF2-40B4-BE49-F238E27FC236}">
                        <a16:creationId xmlns:a16="http://schemas.microsoft.com/office/drawing/2014/main" id="{A6ABB6BC-87FF-D1F3-2979-31CBAB9A840E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764271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24" name="Rectangle 223">
                    <a:extLst>
                      <a:ext uri="{FF2B5EF4-FFF2-40B4-BE49-F238E27FC236}">
                        <a16:creationId xmlns:a16="http://schemas.microsoft.com/office/drawing/2014/main" id="{CC428516-707E-B220-FFE8-9908A4446721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390199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25" name="Rectangle 224">
                    <a:extLst>
                      <a:ext uri="{FF2B5EF4-FFF2-40B4-BE49-F238E27FC236}">
                        <a16:creationId xmlns:a16="http://schemas.microsoft.com/office/drawing/2014/main" id="{627219EB-1AB2-1BB3-801D-CFAA001AB52F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26" name="Rectangle 225">
                    <a:extLst>
                      <a:ext uri="{FF2B5EF4-FFF2-40B4-BE49-F238E27FC236}">
                        <a16:creationId xmlns:a16="http://schemas.microsoft.com/office/drawing/2014/main" id="{2EEF44EB-6CE1-BBDC-4D69-919FDDFF3BC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67983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27" name="Rectangle 226">
                    <a:extLst>
                      <a:ext uri="{FF2B5EF4-FFF2-40B4-BE49-F238E27FC236}">
                        <a16:creationId xmlns:a16="http://schemas.microsoft.com/office/drawing/2014/main" id="{BFA7CF85-F930-F378-C394-FBB0DA5B3D0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642055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28" name="Rectangle 227">
                    <a:extLst>
                      <a:ext uri="{FF2B5EF4-FFF2-40B4-BE49-F238E27FC236}">
                        <a16:creationId xmlns:a16="http://schemas.microsoft.com/office/drawing/2014/main" id="{418AA8B2-9085-5C99-26B0-33F4E153501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4016127" y="4399332"/>
                    <a:ext cx="374072" cy="374072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grpSp>
          <p:nvGrpSpPr>
            <p:cNvPr id="307" name="Groupe 306">
              <a:extLst>
                <a:ext uri="{FF2B5EF4-FFF2-40B4-BE49-F238E27FC236}">
                  <a16:creationId xmlns:a16="http://schemas.microsoft.com/office/drawing/2014/main" id="{19C05AFF-46BA-B448-E77A-BBFD343831E7}"/>
                </a:ext>
              </a:extLst>
            </p:cNvPr>
            <p:cNvGrpSpPr/>
            <p:nvPr/>
          </p:nvGrpSpPr>
          <p:grpSpPr>
            <a:xfrm>
              <a:off x="4522928" y="4846108"/>
              <a:ext cx="1888225" cy="1350321"/>
              <a:chOff x="5561821" y="3810121"/>
              <a:chExt cx="2615427" cy="1870362"/>
            </a:xfrm>
          </p:grpSpPr>
          <p:grpSp>
            <p:nvGrpSpPr>
              <p:cNvPr id="256" name="Groupe 255">
                <a:extLst>
                  <a:ext uri="{FF2B5EF4-FFF2-40B4-BE49-F238E27FC236}">
                    <a16:creationId xmlns:a16="http://schemas.microsoft.com/office/drawing/2014/main" id="{FF13F339-0E26-962C-C679-3650EB99F5C3}"/>
                  </a:ext>
                </a:extLst>
              </p:cNvPr>
              <p:cNvGrpSpPr/>
              <p:nvPr/>
            </p:nvGrpSpPr>
            <p:grpSpPr>
              <a:xfrm rot="10800000" flipH="1">
                <a:off x="5561821" y="3810121"/>
                <a:ext cx="1870360" cy="1870362"/>
                <a:chOff x="8344297" y="1039981"/>
                <a:chExt cx="1870360" cy="1870362"/>
              </a:xfrm>
            </p:grpSpPr>
            <p:grpSp>
              <p:nvGrpSpPr>
                <p:cNvPr id="257" name="Groupe 256">
                  <a:extLst>
                    <a:ext uri="{FF2B5EF4-FFF2-40B4-BE49-F238E27FC236}">
                      <a16:creationId xmlns:a16="http://schemas.microsoft.com/office/drawing/2014/main" id="{CC9BECFC-9D61-F1B3-586C-7A3CB7E83C05}"/>
                    </a:ext>
                  </a:extLst>
                </p:cNvPr>
                <p:cNvGrpSpPr/>
                <p:nvPr/>
              </p:nvGrpSpPr>
              <p:grpSpPr>
                <a:xfrm>
                  <a:off x="9092441" y="1039981"/>
                  <a:ext cx="1122216" cy="748144"/>
                  <a:chOff x="3516738" y="4274249"/>
                  <a:chExt cx="1122216" cy="748144"/>
                </a:xfrm>
              </p:grpSpPr>
              <p:grpSp>
                <p:nvGrpSpPr>
                  <p:cNvPr id="315" name="Groupe 314">
                    <a:extLst>
                      <a:ext uri="{FF2B5EF4-FFF2-40B4-BE49-F238E27FC236}">
                        <a16:creationId xmlns:a16="http://schemas.microsoft.com/office/drawing/2014/main" id="{D5EB79A4-F5B4-BDF7-DF9C-000018006CC1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4648321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321" name="Rectangle 320">
                      <a:extLst>
                        <a:ext uri="{FF2B5EF4-FFF2-40B4-BE49-F238E27FC236}">
                          <a16:creationId xmlns:a16="http://schemas.microsoft.com/office/drawing/2014/main" id="{21729F34-4BA8-0F2A-524D-646058FF32F1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22" name="Rectangle 321">
                      <a:extLst>
                        <a:ext uri="{FF2B5EF4-FFF2-40B4-BE49-F238E27FC236}">
                          <a16:creationId xmlns:a16="http://schemas.microsoft.com/office/drawing/2014/main" id="{B0845B9B-62C9-3F0C-F302-EBDE7FC3E64A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23" name="Rectangle 322">
                      <a:extLst>
                        <a:ext uri="{FF2B5EF4-FFF2-40B4-BE49-F238E27FC236}">
                          <a16:creationId xmlns:a16="http://schemas.microsoft.com/office/drawing/2014/main" id="{CFB59E36-E5C3-06D5-0681-FF26C9D8D5F8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24" name="Rectangle 323">
                      <a:extLst>
                        <a:ext uri="{FF2B5EF4-FFF2-40B4-BE49-F238E27FC236}">
                          <a16:creationId xmlns:a16="http://schemas.microsoft.com/office/drawing/2014/main" id="{F9D036C2-D37E-0D87-298D-AF03CDB78D5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316" name="Groupe 315">
                    <a:extLst>
                      <a:ext uri="{FF2B5EF4-FFF2-40B4-BE49-F238E27FC236}">
                        <a16:creationId xmlns:a16="http://schemas.microsoft.com/office/drawing/2014/main" id="{236B9CA6-AE53-24D9-77BA-A4D6063DD61D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4274249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317" name="Rectangle 316">
                      <a:extLst>
                        <a:ext uri="{FF2B5EF4-FFF2-40B4-BE49-F238E27FC236}">
                          <a16:creationId xmlns:a16="http://schemas.microsoft.com/office/drawing/2014/main" id="{D015973A-DEBC-09C9-2990-EEAC8F06FB9C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8" name="Rectangle 317">
                      <a:extLst>
                        <a:ext uri="{FF2B5EF4-FFF2-40B4-BE49-F238E27FC236}">
                          <a16:creationId xmlns:a16="http://schemas.microsoft.com/office/drawing/2014/main" id="{3E0DA43D-2A80-CD65-8E41-30E0B30EE30B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9" name="Rectangle 318">
                      <a:extLst>
                        <a:ext uri="{FF2B5EF4-FFF2-40B4-BE49-F238E27FC236}">
                          <a16:creationId xmlns:a16="http://schemas.microsoft.com/office/drawing/2014/main" id="{0FBAFDF0-787D-B627-3AB3-E470E9562E66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20" name="Rectangle 319">
                      <a:extLst>
                        <a:ext uri="{FF2B5EF4-FFF2-40B4-BE49-F238E27FC236}">
                          <a16:creationId xmlns:a16="http://schemas.microsoft.com/office/drawing/2014/main" id="{6564C271-F675-C02E-C32A-430748DE532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258" name="Groupe 257">
                  <a:extLst>
                    <a:ext uri="{FF2B5EF4-FFF2-40B4-BE49-F238E27FC236}">
                      <a16:creationId xmlns:a16="http://schemas.microsoft.com/office/drawing/2014/main" id="{1BD4FA77-895D-383E-6E8F-CDF5283F8E07}"/>
                    </a:ext>
                  </a:extLst>
                </p:cNvPr>
                <p:cNvGrpSpPr/>
                <p:nvPr/>
              </p:nvGrpSpPr>
              <p:grpSpPr>
                <a:xfrm>
                  <a:off x="8344297" y="1788125"/>
                  <a:ext cx="1870360" cy="1122218"/>
                  <a:chOff x="2768594" y="3900175"/>
                  <a:chExt cx="1870360" cy="1122218"/>
                </a:xfrm>
              </p:grpSpPr>
              <p:grpSp>
                <p:nvGrpSpPr>
                  <p:cNvPr id="259" name="Groupe 258">
                    <a:extLst>
                      <a:ext uri="{FF2B5EF4-FFF2-40B4-BE49-F238E27FC236}">
                        <a16:creationId xmlns:a16="http://schemas.microsoft.com/office/drawing/2014/main" id="{E76D186D-217E-4353-2749-3DCB5DD8C277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4648321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309" name="Rectangle 308">
                      <a:extLst>
                        <a:ext uri="{FF2B5EF4-FFF2-40B4-BE49-F238E27FC236}">
                          <a16:creationId xmlns:a16="http://schemas.microsoft.com/office/drawing/2014/main" id="{1AC08462-ED52-6B9A-14AF-48BB7DF2EF0D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0" name="Rectangle 309">
                      <a:extLst>
                        <a:ext uri="{FF2B5EF4-FFF2-40B4-BE49-F238E27FC236}">
                          <a16:creationId xmlns:a16="http://schemas.microsoft.com/office/drawing/2014/main" id="{3A05963E-EB59-6930-6553-EA58A9A09ACB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1" name="Rectangle 310">
                      <a:extLst>
                        <a:ext uri="{FF2B5EF4-FFF2-40B4-BE49-F238E27FC236}">
                          <a16:creationId xmlns:a16="http://schemas.microsoft.com/office/drawing/2014/main" id="{08D903FD-EDB3-F7E0-791C-35496C90E20C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2" name="Rectangle 311">
                      <a:extLst>
                        <a:ext uri="{FF2B5EF4-FFF2-40B4-BE49-F238E27FC236}">
                          <a16:creationId xmlns:a16="http://schemas.microsoft.com/office/drawing/2014/main" id="{0B3D4506-A0BE-BEDB-CECE-F6F23EC063B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3" name="Rectangle 312">
                      <a:extLst>
                        <a:ext uri="{FF2B5EF4-FFF2-40B4-BE49-F238E27FC236}">
                          <a16:creationId xmlns:a16="http://schemas.microsoft.com/office/drawing/2014/main" id="{7183FD66-006B-A4AF-62E7-F0DED18AFE8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14" name="Rectangle 313">
                      <a:extLst>
                        <a:ext uri="{FF2B5EF4-FFF2-40B4-BE49-F238E27FC236}">
                          <a16:creationId xmlns:a16="http://schemas.microsoft.com/office/drawing/2014/main" id="{56D4A81A-D43D-0A28-7463-8F286217EFA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60" name="Groupe 259">
                    <a:extLst>
                      <a:ext uri="{FF2B5EF4-FFF2-40B4-BE49-F238E27FC236}">
                        <a16:creationId xmlns:a16="http://schemas.microsoft.com/office/drawing/2014/main" id="{5598DA1F-BB5C-A218-3C88-B58A0A850B85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4274249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68" name="Rectangle 267">
                      <a:extLst>
                        <a:ext uri="{FF2B5EF4-FFF2-40B4-BE49-F238E27FC236}">
                          <a16:creationId xmlns:a16="http://schemas.microsoft.com/office/drawing/2014/main" id="{3917846A-F708-4452-AC28-927715434C73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9" name="Rectangle 268">
                      <a:extLst>
                        <a:ext uri="{FF2B5EF4-FFF2-40B4-BE49-F238E27FC236}">
                          <a16:creationId xmlns:a16="http://schemas.microsoft.com/office/drawing/2014/main" id="{A255336B-C76A-AB90-8610-5B117C0CC139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70" name="Rectangle 269">
                      <a:extLst>
                        <a:ext uri="{FF2B5EF4-FFF2-40B4-BE49-F238E27FC236}">
                          <a16:creationId xmlns:a16="http://schemas.microsoft.com/office/drawing/2014/main" id="{FFA97EE4-C24F-0B44-0AC5-525C4EB71EF6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71" name="Rectangle 270">
                      <a:extLst>
                        <a:ext uri="{FF2B5EF4-FFF2-40B4-BE49-F238E27FC236}">
                          <a16:creationId xmlns:a16="http://schemas.microsoft.com/office/drawing/2014/main" id="{D3D5D996-24B6-DDE0-36FB-D105FD50C78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72" name="Rectangle 271">
                      <a:extLst>
                        <a:ext uri="{FF2B5EF4-FFF2-40B4-BE49-F238E27FC236}">
                          <a16:creationId xmlns:a16="http://schemas.microsoft.com/office/drawing/2014/main" id="{6BAD2DFB-4F4A-9AEC-79CF-F9E036C6113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08" name="Rectangle 307">
                      <a:extLst>
                        <a:ext uri="{FF2B5EF4-FFF2-40B4-BE49-F238E27FC236}">
                          <a16:creationId xmlns:a16="http://schemas.microsoft.com/office/drawing/2014/main" id="{8EFB91F3-9500-08A9-03BB-7FC47A7BF8A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61" name="Groupe 260">
                    <a:extLst>
                      <a:ext uri="{FF2B5EF4-FFF2-40B4-BE49-F238E27FC236}">
                        <a16:creationId xmlns:a16="http://schemas.microsoft.com/office/drawing/2014/main" id="{774ADCB3-F61A-47FD-C889-B7131E3ED0A6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3900175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62" name="Rectangle 261">
                      <a:extLst>
                        <a:ext uri="{FF2B5EF4-FFF2-40B4-BE49-F238E27FC236}">
                          <a16:creationId xmlns:a16="http://schemas.microsoft.com/office/drawing/2014/main" id="{0A6C2DA2-3A7D-74F8-8317-8398393F9ACD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3" name="Rectangle 262">
                      <a:extLst>
                        <a:ext uri="{FF2B5EF4-FFF2-40B4-BE49-F238E27FC236}">
                          <a16:creationId xmlns:a16="http://schemas.microsoft.com/office/drawing/2014/main" id="{DD57069C-85B7-7913-743A-5010E2AC0B02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4" name="Rectangle 263">
                      <a:extLst>
                        <a:ext uri="{FF2B5EF4-FFF2-40B4-BE49-F238E27FC236}">
                          <a16:creationId xmlns:a16="http://schemas.microsoft.com/office/drawing/2014/main" id="{CDAEE654-9552-8B85-3056-E808186D7A09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5" name="Rectangle 264">
                      <a:extLst>
                        <a:ext uri="{FF2B5EF4-FFF2-40B4-BE49-F238E27FC236}">
                          <a16:creationId xmlns:a16="http://schemas.microsoft.com/office/drawing/2014/main" id="{A0FE1FCA-F602-9275-234B-AC9099381A5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6" name="Rectangle 265">
                      <a:extLst>
                        <a:ext uri="{FF2B5EF4-FFF2-40B4-BE49-F238E27FC236}">
                          <a16:creationId xmlns:a16="http://schemas.microsoft.com/office/drawing/2014/main" id="{EA1F7E7F-986A-9FFA-DCF6-3D7870584E8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7" name="Rectangle 266">
                      <a:extLst>
                        <a:ext uri="{FF2B5EF4-FFF2-40B4-BE49-F238E27FC236}">
                          <a16:creationId xmlns:a16="http://schemas.microsoft.com/office/drawing/2014/main" id="{1455388A-689A-D6ED-C39D-49DC61BB91A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  <p:grpSp>
            <p:nvGrpSpPr>
              <p:cNvPr id="273" name="Groupe 272">
                <a:extLst>
                  <a:ext uri="{FF2B5EF4-FFF2-40B4-BE49-F238E27FC236}">
                    <a16:creationId xmlns:a16="http://schemas.microsoft.com/office/drawing/2014/main" id="{C032D869-CDE9-EF9F-D70E-BA5BEBCDA3DB}"/>
                  </a:ext>
                </a:extLst>
              </p:cNvPr>
              <p:cNvGrpSpPr/>
              <p:nvPr/>
            </p:nvGrpSpPr>
            <p:grpSpPr>
              <a:xfrm rot="10800000">
                <a:off x="6306888" y="3810121"/>
                <a:ext cx="1870360" cy="1870362"/>
                <a:chOff x="8344297" y="1039981"/>
                <a:chExt cx="1870360" cy="1870362"/>
              </a:xfrm>
            </p:grpSpPr>
            <p:grpSp>
              <p:nvGrpSpPr>
                <p:cNvPr id="274" name="Groupe 273">
                  <a:extLst>
                    <a:ext uri="{FF2B5EF4-FFF2-40B4-BE49-F238E27FC236}">
                      <a16:creationId xmlns:a16="http://schemas.microsoft.com/office/drawing/2014/main" id="{43C6E095-0776-C7F6-5B2E-7A5E135869CE}"/>
                    </a:ext>
                  </a:extLst>
                </p:cNvPr>
                <p:cNvGrpSpPr/>
                <p:nvPr/>
              </p:nvGrpSpPr>
              <p:grpSpPr>
                <a:xfrm>
                  <a:off x="9092441" y="1039981"/>
                  <a:ext cx="1122216" cy="748144"/>
                  <a:chOff x="3516738" y="4274249"/>
                  <a:chExt cx="1122216" cy="748144"/>
                </a:xfrm>
              </p:grpSpPr>
              <p:grpSp>
                <p:nvGrpSpPr>
                  <p:cNvPr id="297" name="Groupe 296">
                    <a:extLst>
                      <a:ext uri="{FF2B5EF4-FFF2-40B4-BE49-F238E27FC236}">
                        <a16:creationId xmlns:a16="http://schemas.microsoft.com/office/drawing/2014/main" id="{10025196-0ED8-109A-90C3-401FC41065F2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4648321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303" name="Rectangle 302">
                      <a:extLst>
                        <a:ext uri="{FF2B5EF4-FFF2-40B4-BE49-F238E27FC236}">
                          <a16:creationId xmlns:a16="http://schemas.microsoft.com/office/drawing/2014/main" id="{D90560A5-4AD5-D761-DFBB-E6828D935879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04" name="Rectangle 303">
                      <a:extLst>
                        <a:ext uri="{FF2B5EF4-FFF2-40B4-BE49-F238E27FC236}">
                          <a16:creationId xmlns:a16="http://schemas.microsoft.com/office/drawing/2014/main" id="{9B0DED8F-8764-7CC1-F8F0-B6BA075347A8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05" name="Rectangle 304">
                      <a:extLst>
                        <a:ext uri="{FF2B5EF4-FFF2-40B4-BE49-F238E27FC236}">
                          <a16:creationId xmlns:a16="http://schemas.microsoft.com/office/drawing/2014/main" id="{808E425C-F9D4-DAF0-345C-B52E98F4FD04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06" name="Rectangle 305">
                      <a:extLst>
                        <a:ext uri="{FF2B5EF4-FFF2-40B4-BE49-F238E27FC236}">
                          <a16:creationId xmlns:a16="http://schemas.microsoft.com/office/drawing/2014/main" id="{7DF9C430-1960-C232-45D8-C188A62BDD2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98" name="Groupe 297">
                    <a:extLst>
                      <a:ext uri="{FF2B5EF4-FFF2-40B4-BE49-F238E27FC236}">
                        <a16:creationId xmlns:a16="http://schemas.microsoft.com/office/drawing/2014/main" id="{703E9713-B059-7C7A-2422-E39798A71F37}"/>
                      </a:ext>
                    </a:extLst>
                  </p:cNvPr>
                  <p:cNvGrpSpPr/>
                  <p:nvPr/>
                </p:nvGrpSpPr>
                <p:grpSpPr>
                  <a:xfrm>
                    <a:off x="3516738" y="4274249"/>
                    <a:ext cx="1122216" cy="374072"/>
                    <a:chOff x="4016127" y="4399332"/>
                    <a:chExt cx="1122216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99" name="Rectangle 298">
                      <a:extLst>
                        <a:ext uri="{FF2B5EF4-FFF2-40B4-BE49-F238E27FC236}">
                          <a16:creationId xmlns:a16="http://schemas.microsoft.com/office/drawing/2014/main" id="{F466AD38-7EFC-36DA-B1F6-921AF1732D08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00" name="Rectangle 299">
                      <a:extLst>
                        <a:ext uri="{FF2B5EF4-FFF2-40B4-BE49-F238E27FC236}">
                          <a16:creationId xmlns:a16="http://schemas.microsoft.com/office/drawing/2014/main" id="{BED708CE-054A-37A5-9A44-2E59112CFAA8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01" name="Rectangle 300">
                      <a:extLst>
                        <a:ext uri="{FF2B5EF4-FFF2-40B4-BE49-F238E27FC236}">
                          <a16:creationId xmlns:a16="http://schemas.microsoft.com/office/drawing/2014/main" id="{8ADFF490-7F96-AB6B-A38E-686C2A4A13B9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02" name="Rectangle 301">
                      <a:extLst>
                        <a:ext uri="{FF2B5EF4-FFF2-40B4-BE49-F238E27FC236}">
                          <a16:creationId xmlns:a16="http://schemas.microsoft.com/office/drawing/2014/main" id="{EF8AC116-86AF-4E3B-A732-B46FD378D3C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  <p:grpSp>
              <p:nvGrpSpPr>
                <p:cNvPr id="275" name="Groupe 274">
                  <a:extLst>
                    <a:ext uri="{FF2B5EF4-FFF2-40B4-BE49-F238E27FC236}">
                      <a16:creationId xmlns:a16="http://schemas.microsoft.com/office/drawing/2014/main" id="{D5AB9A10-C13E-EA25-FFB6-6A23FC0A96B1}"/>
                    </a:ext>
                  </a:extLst>
                </p:cNvPr>
                <p:cNvGrpSpPr/>
                <p:nvPr/>
              </p:nvGrpSpPr>
              <p:grpSpPr>
                <a:xfrm>
                  <a:off x="8344297" y="1788125"/>
                  <a:ext cx="1870360" cy="1122218"/>
                  <a:chOff x="2768594" y="3900175"/>
                  <a:chExt cx="1870360" cy="1122218"/>
                </a:xfrm>
              </p:grpSpPr>
              <p:grpSp>
                <p:nvGrpSpPr>
                  <p:cNvPr id="276" name="Groupe 275">
                    <a:extLst>
                      <a:ext uri="{FF2B5EF4-FFF2-40B4-BE49-F238E27FC236}">
                        <a16:creationId xmlns:a16="http://schemas.microsoft.com/office/drawing/2014/main" id="{244FB07D-2902-416C-04AD-7C97025906A2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4648321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91" name="Rectangle 290">
                      <a:extLst>
                        <a:ext uri="{FF2B5EF4-FFF2-40B4-BE49-F238E27FC236}">
                          <a16:creationId xmlns:a16="http://schemas.microsoft.com/office/drawing/2014/main" id="{1B2A8F85-1E89-486E-086D-EE5E8A4DC0EC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92" name="Rectangle 291">
                      <a:extLst>
                        <a:ext uri="{FF2B5EF4-FFF2-40B4-BE49-F238E27FC236}">
                          <a16:creationId xmlns:a16="http://schemas.microsoft.com/office/drawing/2014/main" id="{A4967D49-39FA-A23B-86DB-95DC785D06CF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93" name="Rectangle 292">
                      <a:extLst>
                        <a:ext uri="{FF2B5EF4-FFF2-40B4-BE49-F238E27FC236}">
                          <a16:creationId xmlns:a16="http://schemas.microsoft.com/office/drawing/2014/main" id="{DE9CF454-5DF1-F7C4-85BC-8816C4088C38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94" name="Rectangle 293">
                      <a:extLst>
                        <a:ext uri="{FF2B5EF4-FFF2-40B4-BE49-F238E27FC236}">
                          <a16:creationId xmlns:a16="http://schemas.microsoft.com/office/drawing/2014/main" id="{1F9BDE53-9B22-B4EB-C19D-C784427B316A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95" name="Rectangle 294">
                      <a:extLst>
                        <a:ext uri="{FF2B5EF4-FFF2-40B4-BE49-F238E27FC236}">
                          <a16:creationId xmlns:a16="http://schemas.microsoft.com/office/drawing/2014/main" id="{7FD41890-2E78-3B9C-0DDF-ADF685C9FAF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96" name="Rectangle 295">
                      <a:extLst>
                        <a:ext uri="{FF2B5EF4-FFF2-40B4-BE49-F238E27FC236}">
                          <a16:creationId xmlns:a16="http://schemas.microsoft.com/office/drawing/2014/main" id="{9B5D2DF8-48A8-F9B4-E804-7C415F0AAE7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77" name="Groupe 276">
                    <a:extLst>
                      <a:ext uri="{FF2B5EF4-FFF2-40B4-BE49-F238E27FC236}">
                        <a16:creationId xmlns:a16="http://schemas.microsoft.com/office/drawing/2014/main" id="{70B6530E-3C55-C7F0-194E-99715A34A99A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4274249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85" name="Rectangle 284">
                      <a:extLst>
                        <a:ext uri="{FF2B5EF4-FFF2-40B4-BE49-F238E27FC236}">
                          <a16:creationId xmlns:a16="http://schemas.microsoft.com/office/drawing/2014/main" id="{0BA08E17-A279-4B74-78A3-BEDF16C4A84E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6" name="Rectangle 285">
                      <a:extLst>
                        <a:ext uri="{FF2B5EF4-FFF2-40B4-BE49-F238E27FC236}">
                          <a16:creationId xmlns:a16="http://schemas.microsoft.com/office/drawing/2014/main" id="{BA5D33F0-80D8-0CC2-A066-7D193DAC1AF3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7" name="Rectangle 286">
                      <a:extLst>
                        <a:ext uri="{FF2B5EF4-FFF2-40B4-BE49-F238E27FC236}">
                          <a16:creationId xmlns:a16="http://schemas.microsoft.com/office/drawing/2014/main" id="{E0E557E6-5756-4DEB-9E57-A977B99BB644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8" name="Rectangle 287">
                      <a:extLst>
                        <a:ext uri="{FF2B5EF4-FFF2-40B4-BE49-F238E27FC236}">
                          <a16:creationId xmlns:a16="http://schemas.microsoft.com/office/drawing/2014/main" id="{019889FB-3D7A-2A80-E527-A4F03BAF283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9" name="Rectangle 288">
                      <a:extLst>
                        <a:ext uri="{FF2B5EF4-FFF2-40B4-BE49-F238E27FC236}">
                          <a16:creationId xmlns:a16="http://schemas.microsoft.com/office/drawing/2014/main" id="{B96B4AE6-62CA-2256-4ACF-52E6E8C2082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90" name="Rectangle 289">
                      <a:extLst>
                        <a:ext uri="{FF2B5EF4-FFF2-40B4-BE49-F238E27FC236}">
                          <a16:creationId xmlns:a16="http://schemas.microsoft.com/office/drawing/2014/main" id="{BE4036AD-1EF7-BC7E-81B8-699459120E7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78" name="Groupe 277">
                    <a:extLst>
                      <a:ext uri="{FF2B5EF4-FFF2-40B4-BE49-F238E27FC236}">
                        <a16:creationId xmlns:a16="http://schemas.microsoft.com/office/drawing/2014/main" id="{1556808E-12E6-A327-34D9-86784043518E}"/>
                      </a:ext>
                    </a:extLst>
                  </p:cNvPr>
                  <p:cNvGrpSpPr/>
                  <p:nvPr/>
                </p:nvGrpSpPr>
                <p:grpSpPr>
                  <a:xfrm>
                    <a:off x="2768594" y="3900175"/>
                    <a:ext cx="1870360" cy="374072"/>
                    <a:chOff x="3267983" y="4399332"/>
                    <a:chExt cx="1870360" cy="374072"/>
                  </a:xfrm>
                  <a:solidFill>
                    <a:schemeClr val="accent2">
                      <a:lumMod val="20000"/>
                      <a:lumOff val="80000"/>
                    </a:schemeClr>
                  </a:solidFill>
                </p:grpSpPr>
                <p:sp>
                  <p:nvSpPr>
                    <p:cNvPr id="279" name="Rectangle 278">
                      <a:extLst>
                        <a:ext uri="{FF2B5EF4-FFF2-40B4-BE49-F238E27FC236}">
                          <a16:creationId xmlns:a16="http://schemas.microsoft.com/office/drawing/2014/main" id="{C8B15BC6-EE1E-DDB9-CD45-667CF0CAAC1F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764271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0" name="Rectangle 279">
                      <a:extLst>
                        <a:ext uri="{FF2B5EF4-FFF2-40B4-BE49-F238E27FC236}">
                          <a16:creationId xmlns:a16="http://schemas.microsoft.com/office/drawing/2014/main" id="{7E9D3FE5-081B-8F97-B0C2-17D06F9D886E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390199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1" name="Rectangle 280">
                      <a:extLst>
                        <a:ext uri="{FF2B5EF4-FFF2-40B4-BE49-F238E27FC236}">
                          <a16:creationId xmlns:a16="http://schemas.microsoft.com/office/drawing/2014/main" id="{49BF8031-C0D9-56C3-D45D-E56BC7EFAB35}"/>
                        </a:ext>
                      </a:extLst>
                    </p:cNvPr>
                    <p:cNvSpPr/>
                    <p:nvPr/>
                  </p:nvSpPr>
                  <p:spPr>
                    <a:xfrm rot="16200000" flipV="1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2" name="Rectangle 281">
                      <a:extLst>
                        <a:ext uri="{FF2B5EF4-FFF2-40B4-BE49-F238E27FC236}">
                          <a16:creationId xmlns:a16="http://schemas.microsoft.com/office/drawing/2014/main" id="{B83A97D2-E21C-105C-2A63-206AC33E304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67983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3" name="Rectangle 282">
                      <a:extLst>
                        <a:ext uri="{FF2B5EF4-FFF2-40B4-BE49-F238E27FC236}">
                          <a16:creationId xmlns:a16="http://schemas.microsoft.com/office/drawing/2014/main" id="{41BD9156-2F06-D1C9-EE6D-8C46DE3B706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642055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84" name="Rectangle 283">
                      <a:extLst>
                        <a:ext uri="{FF2B5EF4-FFF2-40B4-BE49-F238E27FC236}">
                          <a16:creationId xmlns:a16="http://schemas.microsoft.com/office/drawing/2014/main" id="{EA147AB3-F9F5-82B0-EC81-53431F13BFEA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016127" y="4399332"/>
                      <a:ext cx="374072" cy="374072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</p:grpSp>
          </p:grpSp>
        </p:grp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DA3B79CF-9A98-F183-53C4-C3F95BA14408}"/>
                </a:ext>
              </a:extLst>
            </p:cNvPr>
            <p:cNvGrpSpPr/>
            <p:nvPr/>
          </p:nvGrpSpPr>
          <p:grpSpPr>
            <a:xfrm>
              <a:off x="3408529" y="4237618"/>
              <a:ext cx="810192" cy="533522"/>
              <a:chOff x="10063062" y="4668006"/>
              <a:chExt cx="810192" cy="533522"/>
            </a:xfrm>
          </p:grpSpPr>
          <p:grpSp>
            <p:nvGrpSpPr>
              <p:cNvPr id="326" name="Groupe 325">
                <a:extLst>
                  <a:ext uri="{FF2B5EF4-FFF2-40B4-BE49-F238E27FC236}">
                    <a16:creationId xmlns:a16="http://schemas.microsoft.com/office/drawing/2014/main" id="{D90F3049-62BC-BD71-BE79-B368849A0F93}"/>
                  </a:ext>
                </a:extLst>
              </p:cNvPr>
              <p:cNvGrpSpPr/>
              <p:nvPr/>
            </p:nvGrpSpPr>
            <p:grpSpPr>
              <a:xfrm flipH="1">
                <a:off x="10333126" y="4668006"/>
                <a:ext cx="540128" cy="270064"/>
                <a:chOff x="2192483" y="3632135"/>
                <a:chExt cx="748144" cy="374073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CADD3F6F-1739-BAA7-7B0F-D52A1A6CE8C6}"/>
                    </a:ext>
                  </a:extLst>
                </p:cNvPr>
                <p:cNvSpPr/>
                <p:nvPr/>
              </p:nvSpPr>
              <p:spPr>
                <a:xfrm flipH="1">
                  <a:off x="2192483" y="3632135"/>
                  <a:ext cx="374072" cy="364923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1" name="Rectangle 330">
                  <a:extLst>
                    <a:ext uri="{FF2B5EF4-FFF2-40B4-BE49-F238E27FC236}">
                      <a16:creationId xmlns:a16="http://schemas.microsoft.com/office/drawing/2014/main" id="{A17EEFB2-850D-0413-068F-AA7EC7A63667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27" name="Groupe 326">
                <a:extLst>
                  <a:ext uri="{FF2B5EF4-FFF2-40B4-BE49-F238E27FC236}">
                    <a16:creationId xmlns:a16="http://schemas.microsoft.com/office/drawing/2014/main" id="{0224172C-987C-A2C0-3E79-EE191F3E8AE3}"/>
                  </a:ext>
                </a:extLst>
              </p:cNvPr>
              <p:cNvGrpSpPr/>
              <p:nvPr/>
            </p:nvGrpSpPr>
            <p:grpSpPr>
              <a:xfrm flipH="1">
                <a:off x="10063062" y="4931464"/>
                <a:ext cx="540128" cy="270064"/>
                <a:chOff x="2192483" y="3632136"/>
                <a:chExt cx="748144" cy="374072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328" name="Rectangle 327">
                  <a:extLst>
                    <a:ext uri="{FF2B5EF4-FFF2-40B4-BE49-F238E27FC236}">
                      <a16:creationId xmlns:a16="http://schemas.microsoft.com/office/drawing/2014/main" id="{586F6A29-329B-B2EF-6526-2FA5A71455F7}"/>
                    </a:ext>
                  </a:extLst>
                </p:cNvPr>
                <p:cNvSpPr/>
                <p:nvPr/>
              </p:nvSpPr>
              <p:spPr>
                <a:xfrm flipH="1">
                  <a:off x="2192483" y="3632136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29" name="Rectangle 328">
                  <a:extLst>
                    <a:ext uri="{FF2B5EF4-FFF2-40B4-BE49-F238E27FC236}">
                      <a16:creationId xmlns:a16="http://schemas.microsoft.com/office/drawing/2014/main" id="{1D22AA83-D9B6-3A3C-0DB2-863AD67FC6AE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82323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553F-CABB-77A2-3784-2FB0F479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roupe 318">
            <a:extLst>
              <a:ext uri="{FF2B5EF4-FFF2-40B4-BE49-F238E27FC236}">
                <a16:creationId xmlns:a16="http://schemas.microsoft.com/office/drawing/2014/main" id="{4CA02BDA-DB46-550A-356C-225196C3DB68}"/>
              </a:ext>
            </a:extLst>
          </p:cNvPr>
          <p:cNvGrpSpPr/>
          <p:nvPr/>
        </p:nvGrpSpPr>
        <p:grpSpPr>
          <a:xfrm>
            <a:off x="869276" y="1205943"/>
            <a:ext cx="6058649" cy="3801352"/>
            <a:chOff x="869276" y="1205943"/>
            <a:chExt cx="6058649" cy="3801352"/>
          </a:xfrm>
        </p:grpSpPr>
        <p:pic>
          <p:nvPicPr>
            <p:cNvPr id="315" name="Image 314">
              <a:extLst>
                <a:ext uri="{FF2B5EF4-FFF2-40B4-BE49-F238E27FC236}">
                  <a16:creationId xmlns:a16="http://schemas.microsoft.com/office/drawing/2014/main" id="{9827329D-12C2-8D74-BA8E-33ED73A5E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9276" y="1205943"/>
              <a:ext cx="6058649" cy="2114025"/>
            </a:xfrm>
            <a:prstGeom prst="rect">
              <a:avLst/>
            </a:prstGeom>
          </p:spPr>
        </p:pic>
        <p:grpSp>
          <p:nvGrpSpPr>
            <p:cNvPr id="318" name="Groupe 317">
              <a:extLst>
                <a:ext uri="{FF2B5EF4-FFF2-40B4-BE49-F238E27FC236}">
                  <a16:creationId xmlns:a16="http://schemas.microsoft.com/office/drawing/2014/main" id="{23688583-ECFF-D06F-D778-54FFE72686BC}"/>
                </a:ext>
              </a:extLst>
            </p:cNvPr>
            <p:cNvGrpSpPr/>
            <p:nvPr/>
          </p:nvGrpSpPr>
          <p:grpSpPr>
            <a:xfrm>
              <a:off x="2358141" y="3538032"/>
              <a:ext cx="3080918" cy="1469263"/>
              <a:chOff x="3015082" y="3538032"/>
              <a:chExt cx="3080918" cy="1469263"/>
            </a:xfrm>
          </p:grpSpPr>
          <p:pic>
            <p:nvPicPr>
              <p:cNvPr id="316" name="Image 315">
                <a:extLst>
                  <a:ext uri="{FF2B5EF4-FFF2-40B4-BE49-F238E27FC236}">
                    <a16:creationId xmlns:a16="http://schemas.microsoft.com/office/drawing/2014/main" id="{5D67F237-FB66-C7EC-8724-97E12EB846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51207" y="3538032"/>
                <a:ext cx="1944793" cy="1469263"/>
              </a:xfrm>
              <a:prstGeom prst="rect">
                <a:avLst/>
              </a:prstGeom>
            </p:spPr>
          </p:pic>
          <p:sp>
            <p:nvSpPr>
              <p:cNvPr id="317" name="ZoneTexte 316">
                <a:extLst>
                  <a:ext uri="{FF2B5EF4-FFF2-40B4-BE49-F238E27FC236}">
                    <a16:creationId xmlns:a16="http://schemas.microsoft.com/office/drawing/2014/main" id="{DE0685A5-B471-CB00-3C9C-34E934C625DE}"/>
                  </a:ext>
                </a:extLst>
              </p:cNvPr>
              <p:cNvSpPr txBox="1"/>
              <p:nvPr/>
            </p:nvSpPr>
            <p:spPr>
              <a:xfrm>
                <a:off x="3015082" y="4134164"/>
                <a:ext cx="7150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dirty="0">
                    <a:latin typeface="Comic Sans MS" panose="030F0702030302020204" pitchFamily="66" charset="0"/>
                  </a:rPr>
                  <a:t>special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800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2FA922F-4A9C-AC1A-D832-9D0A131B3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712" y="924844"/>
            <a:ext cx="8440234" cy="529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8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7D903-CE79-1CE8-F53B-D176B687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27042C48-F6C8-9E63-62A4-8843C76AA0B1}"/>
              </a:ext>
            </a:extLst>
          </p:cNvPr>
          <p:cNvGrpSpPr/>
          <p:nvPr/>
        </p:nvGrpSpPr>
        <p:grpSpPr>
          <a:xfrm>
            <a:off x="950924" y="4567642"/>
            <a:ext cx="322143" cy="483215"/>
            <a:chOff x="2192483" y="1326574"/>
            <a:chExt cx="748144" cy="11222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D9FFBA3-3CF5-F17D-3809-F0C8AABA65F1}"/>
                </a:ext>
              </a:extLst>
            </p:cNvPr>
            <p:cNvSpPr/>
            <p:nvPr/>
          </p:nvSpPr>
          <p:spPr>
            <a:xfrm>
              <a:off x="2566555" y="1326574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51B8AF-6EF5-1E42-07D9-BD90DAEE4B33}"/>
                </a:ext>
              </a:extLst>
            </p:cNvPr>
            <p:cNvSpPr/>
            <p:nvPr/>
          </p:nvSpPr>
          <p:spPr>
            <a:xfrm>
              <a:off x="2566555" y="1700646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B5F3AB-6C23-A0BF-A9F0-3762107B0EE2}"/>
                </a:ext>
              </a:extLst>
            </p:cNvPr>
            <p:cNvSpPr/>
            <p:nvPr/>
          </p:nvSpPr>
          <p:spPr>
            <a:xfrm>
              <a:off x="2566555" y="2074718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3324F3-AAB5-B5B4-10C3-15786B0E3898}"/>
                </a:ext>
              </a:extLst>
            </p:cNvPr>
            <p:cNvSpPr/>
            <p:nvPr/>
          </p:nvSpPr>
          <p:spPr>
            <a:xfrm>
              <a:off x="2192483" y="2074718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040E93C9-BBCE-AB9B-B344-2A307E023312}"/>
              </a:ext>
            </a:extLst>
          </p:cNvPr>
          <p:cNvGrpSpPr/>
          <p:nvPr/>
        </p:nvGrpSpPr>
        <p:grpSpPr>
          <a:xfrm flipH="1">
            <a:off x="1161372" y="5058750"/>
            <a:ext cx="322143" cy="483215"/>
            <a:chOff x="2192483" y="1326574"/>
            <a:chExt cx="748144" cy="112221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6F14FE-0D38-B852-144B-79AEEB229F3D}"/>
                </a:ext>
              </a:extLst>
            </p:cNvPr>
            <p:cNvSpPr/>
            <p:nvPr/>
          </p:nvSpPr>
          <p:spPr>
            <a:xfrm>
              <a:off x="2566555" y="1326574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5DF885-BCF8-AF35-9707-019F75B96AB3}"/>
                </a:ext>
              </a:extLst>
            </p:cNvPr>
            <p:cNvSpPr/>
            <p:nvPr/>
          </p:nvSpPr>
          <p:spPr>
            <a:xfrm>
              <a:off x="2566555" y="1700646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51CC7D-DA1B-11DC-B4D7-5274E5EC4F43}"/>
                </a:ext>
              </a:extLst>
            </p:cNvPr>
            <p:cNvSpPr/>
            <p:nvPr/>
          </p:nvSpPr>
          <p:spPr>
            <a:xfrm>
              <a:off x="2566555" y="2074718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2CB092-E1DD-9868-B948-0B3D891A8896}"/>
                </a:ext>
              </a:extLst>
            </p:cNvPr>
            <p:cNvSpPr/>
            <p:nvPr/>
          </p:nvSpPr>
          <p:spPr>
            <a:xfrm>
              <a:off x="2192483" y="2074718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8648DA5-970A-E07F-F182-8AE2A80F37A3}"/>
              </a:ext>
            </a:extLst>
          </p:cNvPr>
          <p:cNvGrpSpPr/>
          <p:nvPr/>
        </p:nvGrpSpPr>
        <p:grpSpPr>
          <a:xfrm>
            <a:off x="145566" y="5256113"/>
            <a:ext cx="805358" cy="322143"/>
            <a:chOff x="5683991" y="1215898"/>
            <a:chExt cx="1870360" cy="748144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1C13996F-B18E-CBAC-D880-0DD361734041}"/>
                </a:ext>
              </a:extLst>
            </p:cNvPr>
            <p:cNvGrpSpPr/>
            <p:nvPr/>
          </p:nvGrpSpPr>
          <p:grpSpPr>
            <a:xfrm rot="5400000" flipH="1" flipV="1">
              <a:off x="5871027" y="1028862"/>
              <a:ext cx="748144" cy="1122216"/>
              <a:chOff x="2192483" y="1326574"/>
              <a:chExt cx="748144" cy="112221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EB71836-8A2C-A226-DFEE-6FA21ADB39B8}"/>
                  </a:ext>
                </a:extLst>
              </p:cNvPr>
              <p:cNvSpPr/>
              <p:nvPr/>
            </p:nvSpPr>
            <p:spPr>
              <a:xfrm>
                <a:off x="2566555" y="1326574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B4C4B69-7D54-58AF-6880-F6DBBCDF78FB}"/>
                  </a:ext>
                </a:extLst>
              </p:cNvPr>
              <p:cNvSpPr/>
              <p:nvPr/>
            </p:nvSpPr>
            <p:spPr>
              <a:xfrm>
                <a:off x="2566555" y="170064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58CDC31-7882-83A8-6D94-874C0D13C096}"/>
                  </a:ext>
                </a:extLst>
              </p:cNvPr>
              <p:cNvSpPr/>
              <p:nvPr/>
            </p:nvSpPr>
            <p:spPr>
              <a:xfrm>
                <a:off x="2566555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67920B9-2A35-FE6F-70AB-E5067D525825}"/>
                  </a:ext>
                </a:extLst>
              </p:cNvPr>
              <p:cNvSpPr/>
              <p:nvPr/>
            </p:nvSpPr>
            <p:spPr>
              <a:xfrm>
                <a:off x="2192483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5EA78B03-53CF-9159-D6BB-CDE6F4293A10}"/>
                </a:ext>
              </a:extLst>
            </p:cNvPr>
            <p:cNvGrpSpPr/>
            <p:nvPr/>
          </p:nvGrpSpPr>
          <p:grpSpPr>
            <a:xfrm rot="5400000" flipH="1">
              <a:off x="6619171" y="1028862"/>
              <a:ext cx="748144" cy="1122216"/>
              <a:chOff x="2192483" y="1326574"/>
              <a:chExt cx="748144" cy="1122216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D7A378F-4DD3-4930-E7DE-CC0F3F48F956}"/>
                  </a:ext>
                </a:extLst>
              </p:cNvPr>
              <p:cNvSpPr/>
              <p:nvPr/>
            </p:nvSpPr>
            <p:spPr>
              <a:xfrm>
                <a:off x="2566555" y="1326574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F488610-02E6-4C92-8ED8-4AE0B68CF200}"/>
                  </a:ext>
                </a:extLst>
              </p:cNvPr>
              <p:cNvSpPr/>
              <p:nvPr/>
            </p:nvSpPr>
            <p:spPr>
              <a:xfrm>
                <a:off x="2566555" y="170064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11C35B9-2BA7-1BA0-17C1-2A7EAC908874}"/>
                  </a:ext>
                </a:extLst>
              </p:cNvPr>
              <p:cNvSpPr/>
              <p:nvPr/>
            </p:nvSpPr>
            <p:spPr>
              <a:xfrm>
                <a:off x="2566555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7C699F8-3995-B8BC-57BC-A2CEFBDD8E9E}"/>
                  </a:ext>
                </a:extLst>
              </p:cNvPr>
              <p:cNvSpPr/>
              <p:nvPr/>
            </p:nvSpPr>
            <p:spPr>
              <a:xfrm>
                <a:off x="2192483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455BA82C-4D43-8126-D859-218231FCA433}"/>
              </a:ext>
            </a:extLst>
          </p:cNvPr>
          <p:cNvGrpSpPr/>
          <p:nvPr/>
        </p:nvGrpSpPr>
        <p:grpSpPr>
          <a:xfrm>
            <a:off x="1390833" y="5689607"/>
            <a:ext cx="322143" cy="322143"/>
            <a:chOff x="4094185" y="3243463"/>
            <a:chExt cx="748144" cy="748144"/>
          </a:xfrm>
        </p:grpSpPr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B811838B-5681-D35D-38B6-B5D9F38E28BF}"/>
                </a:ext>
              </a:extLst>
            </p:cNvPr>
            <p:cNvGrpSpPr/>
            <p:nvPr/>
          </p:nvGrpSpPr>
          <p:grpSpPr>
            <a:xfrm>
              <a:off x="4094185" y="3617535"/>
              <a:ext cx="748144" cy="374072"/>
              <a:chOff x="2192483" y="3632136"/>
              <a:chExt cx="748144" cy="374072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0EB8866C-F641-4230-0B85-7B655CBACF55}"/>
                  </a:ext>
                </a:extLst>
              </p:cNvPr>
              <p:cNvSpPr/>
              <p:nvPr/>
            </p:nvSpPr>
            <p:spPr>
              <a:xfrm flipH="1">
                <a:off x="2192483" y="363213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DB8F4A0-A443-2E1F-C510-0F98EBF3C9C8}"/>
                  </a:ext>
                </a:extLst>
              </p:cNvPr>
              <p:cNvSpPr/>
              <p:nvPr/>
            </p:nvSpPr>
            <p:spPr>
              <a:xfrm flipH="1">
                <a:off x="2566555" y="363213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4133322F-D161-3A5F-EC71-9749BDB9090D}"/>
                </a:ext>
              </a:extLst>
            </p:cNvPr>
            <p:cNvGrpSpPr/>
            <p:nvPr/>
          </p:nvGrpSpPr>
          <p:grpSpPr>
            <a:xfrm>
              <a:off x="4094185" y="3243463"/>
              <a:ext cx="748144" cy="374072"/>
              <a:chOff x="2192483" y="3632136"/>
              <a:chExt cx="748144" cy="374072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435878BA-1467-FFD2-0EB9-5E6F39E906D1}"/>
                  </a:ext>
                </a:extLst>
              </p:cNvPr>
              <p:cNvSpPr/>
              <p:nvPr/>
            </p:nvSpPr>
            <p:spPr>
              <a:xfrm flipH="1">
                <a:off x="2192483" y="363213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DF11BE1-B545-2A0B-A895-C3668F6BB16F}"/>
                  </a:ext>
                </a:extLst>
              </p:cNvPr>
              <p:cNvSpPr/>
              <p:nvPr/>
            </p:nvSpPr>
            <p:spPr>
              <a:xfrm flipH="1">
                <a:off x="2566555" y="363213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7710DCB7-96DE-0CA1-49F5-4CDDC4A23775}"/>
              </a:ext>
            </a:extLst>
          </p:cNvPr>
          <p:cNvGrpSpPr/>
          <p:nvPr/>
        </p:nvGrpSpPr>
        <p:grpSpPr>
          <a:xfrm>
            <a:off x="312300" y="4585806"/>
            <a:ext cx="483215" cy="322143"/>
            <a:chOff x="6058063" y="1215898"/>
            <a:chExt cx="1122216" cy="748144"/>
          </a:xfrm>
        </p:grpSpPr>
        <p:grpSp>
          <p:nvGrpSpPr>
            <p:cNvPr id="82" name="Groupe 81">
              <a:extLst>
                <a:ext uri="{FF2B5EF4-FFF2-40B4-BE49-F238E27FC236}">
                  <a16:creationId xmlns:a16="http://schemas.microsoft.com/office/drawing/2014/main" id="{7164E735-7328-E786-9B46-D9B921E22A53}"/>
                </a:ext>
              </a:extLst>
            </p:cNvPr>
            <p:cNvGrpSpPr/>
            <p:nvPr/>
          </p:nvGrpSpPr>
          <p:grpSpPr>
            <a:xfrm rot="5400000" flipH="1" flipV="1">
              <a:off x="6058063" y="1215898"/>
              <a:ext cx="748144" cy="748144"/>
              <a:chOff x="2192483" y="1700646"/>
              <a:chExt cx="748144" cy="748144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36543DB-FF72-41DF-F61D-AF9D61244E46}"/>
                  </a:ext>
                </a:extLst>
              </p:cNvPr>
              <p:cNvSpPr/>
              <p:nvPr/>
            </p:nvSpPr>
            <p:spPr>
              <a:xfrm>
                <a:off x="2566555" y="170064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742CD3E8-7A59-04CF-D6EB-179EC12B9118}"/>
                  </a:ext>
                </a:extLst>
              </p:cNvPr>
              <p:cNvSpPr/>
              <p:nvPr/>
            </p:nvSpPr>
            <p:spPr>
              <a:xfrm>
                <a:off x="2566555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092A9731-E990-1F8C-445B-0C98CD58CC06}"/>
                  </a:ext>
                </a:extLst>
              </p:cNvPr>
              <p:cNvSpPr/>
              <p:nvPr/>
            </p:nvSpPr>
            <p:spPr>
              <a:xfrm>
                <a:off x="2192483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3" name="Groupe 82">
              <a:extLst>
                <a:ext uri="{FF2B5EF4-FFF2-40B4-BE49-F238E27FC236}">
                  <a16:creationId xmlns:a16="http://schemas.microsoft.com/office/drawing/2014/main" id="{1FF583FD-050F-59B9-A98F-C8758631D9BC}"/>
                </a:ext>
              </a:extLst>
            </p:cNvPr>
            <p:cNvGrpSpPr/>
            <p:nvPr/>
          </p:nvGrpSpPr>
          <p:grpSpPr>
            <a:xfrm rot="5400000" flipH="1">
              <a:off x="6432135" y="1215898"/>
              <a:ext cx="748144" cy="748144"/>
              <a:chOff x="2192483" y="1700646"/>
              <a:chExt cx="748144" cy="748144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66C91CF1-6C13-4984-A173-847DE0B05B03}"/>
                  </a:ext>
                </a:extLst>
              </p:cNvPr>
              <p:cNvSpPr/>
              <p:nvPr/>
            </p:nvSpPr>
            <p:spPr>
              <a:xfrm>
                <a:off x="2566555" y="170064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F566D1FF-9DD9-2746-CB05-E969EDE85BB6}"/>
                  </a:ext>
                </a:extLst>
              </p:cNvPr>
              <p:cNvSpPr/>
              <p:nvPr/>
            </p:nvSpPr>
            <p:spPr>
              <a:xfrm>
                <a:off x="2566555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0B1C28B0-9F5B-B2C1-450C-8FE837EAB974}"/>
                  </a:ext>
                </a:extLst>
              </p:cNvPr>
              <p:cNvSpPr/>
              <p:nvPr/>
            </p:nvSpPr>
            <p:spPr>
              <a:xfrm>
                <a:off x="2192483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7D2F864C-4F95-3AB8-F096-455280DBDDCD}"/>
              </a:ext>
            </a:extLst>
          </p:cNvPr>
          <p:cNvGrpSpPr/>
          <p:nvPr/>
        </p:nvGrpSpPr>
        <p:grpSpPr>
          <a:xfrm>
            <a:off x="430641" y="5704051"/>
            <a:ext cx="805358" cy="322143"/>
            <a:chOff x="7055591" y="2537879"/>
            <a:chExt cx="1870360" cy="74814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C6E3E40-A960-850F-CF8D-23FB146FB545}"/>
                </a:ext>
              </a:extLst>
            </p:cNvPr>
            <p:cNvSpPr/>
            <p:nvPr/>
          </p:nvSpPr>
          <p:spPr>
            <a:xfrm rot="5400000" flipH="1" flipV="1">
              <a:off x="7055591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731E1CE-CE45-5004-1D94-A11D19FBCC07}"/>
                </a:ext>
              </a:extLst>
            </p:cNvPr>
            <p:cNvSpPr/>
            <p:nvPr/>
          </p:nvSpPr>
          <p:spPr>
            <a:xfrm rot="5400000" flipH="1" flipV="1">
              <a:off x="7429663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0ABF579-1B75-F108-B89A-8DAE42DD51CA}"/>
                </a:ext>
              </a:extLst>
            </p:cNvPr>
            <p:cNvSpPr/>
            <p:nvPr/>
          </p:nvSpPr>
          <p:spPr>
            <a:xfrm rot="5400000" flipH="1" flipV="1">
              <a:off x="7803735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467519-D664-B2F9-20B6-47AE339329E4}"/>
                </a:ext>
              </a:extLst>
            </p:cNvPr>
            <p:cNvSpPr/>
            <p:nvPr/>
          </p:nvSpPr>
          <p:spPr>
            <a:xfrm rot="5400000" flipH="1">
              <a:off x="8551879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6D5CF3E-E6B6-558E-B127-683E713B81CE}"/>
                </a:ext>
              </a:extLst>
            </p:cNvPr>
            <p:cNvSpPr/>
            <p:nvPr/>
          </p:nvSpPr>
          <p:spPr>
            <a:xfrm rot="5400000" flipH="1">
              <a:off x="8177807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E6B452C-78E4-25C1-CDCE-CB8D71D7D111}"/>
                </a:ext>
              </a:extLst>
            </p:cNvPr>
            <p:cNvSpPr/>
            <p:nvPr/>
          </p:nvSpPr>
          <p:spPr>
            <a:xfrm rot="5400000" flipH="1">
              <a:off x="7803735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1948F64-262A-3481-8675-666A0D1F4EA1}"/>
                </a:ext>
              </a:extLst>
            </p:cNvPr>
            <p:cNvSpPr/>
            <p:nvPr/>
          </p:nvSpPr>
          <p:spPr>
            <a:xfrm rot="5400000" flipH="1">
              <a:off x="7429663" y="2911951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13848582-6A7A-7B8D-6279-5E9245ACB59B}"/>
              </a:ext>
            </a:extLst>
          </p:cNvPr>
          <p:cNvGrpSpPr/>
          <p:nvPr/>
        </p:nvGrpSpPr>
        <p:grpSpPr>
          <a:xfrm flipH="1">
            <a:off x="1030003" y="5251447"/>
            <a:ext cx="805358" cy="322143"/>
            <a:chOff x="7055591" y="2537879"/>
            <a:chExt cx="1870360" cy="74814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DB41326-C485-9753-CD46-85F2D8C3313C}"/>
                </a:ext>
              </a:extLst>
            </p:cNvPr>
            <p:cNvSpPr/>
            <p:nvPr/>
          </p:nvSpPr>
          <p:spPr>
            <a:xfrm rot="5400000" flipH="1" flipV="1">
              <a:off x="7055591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7CB69FA-7658-82D8-986F-464624FB1CDA}"/>
                </a:ext>
              </a:extLst>
            </p:cNvPr>
            <p:cNvSpPr/>
            <p:nvPr/>
          </p:nvSpPr>
          <p:spPr>
            <a:xfrm rot="5400000" flipH="1" flipV="1">
              <a:off x="7429663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EC6F026-6C14-982C-67CE-AFDED50EE379}"/>
                </a:ext>
              </a:extLst>
            </p:cNvPr>
            <p:cNvSpPr/>
            <p:nvPr/>
          </p:nvSpPr>
          <p:spPr>
            <a:xfrm rot="5400000" flipH="1" flipV="1">
              <a:off x="7803735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141A0E8-959A-20FF-06CD-4B3D15F5383F}"/>
                </a:ext>
              </a:extLst>
            </p:cNvPr>
            <p:cNvSpPr/>
            <p:nvPr/>
          </p:nvSpPr>
          <p:spPr>
            <a:xfrm rot="5400000" flipH="1">
              <a:off x="8551879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6C8D043-B04F-463C-351E-460692219708}"/>
                </a:ext>
              </a:extLst>
            </p:cNvPr>
            <p:cNvSpPr/>
            <p:nvPr/>
          </p:nvSpPr>
          <p:spPr>
            <a:xfrm rot="5400000" flipH="1">
              <a:off x="8177807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8048E47-61CB-C9D0-2D02-DE99DABE8AA6}"/>
                </a:ext>
              </a:extLst>
            </p:cNvPr>
            <p:cNvSpPr/>
            <p:nvPr/>
          </p:nvSpPr>
          <p:spPr>
            <a:xfrm rot="5400000" flipH="1">
              <a:off x="7803735" y="2537879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73224E2-CD11-A19F-9CF6-DC6DCCBFF0DB}"/>
                </a:ext>
              </a:extLst>
            </p:cNvPr>
            <p:cNvSpPr/>
            <p:nvPr/>
          </p:nvSpPr>
          <p:spPr>
            <a:xfrm rot="5400000" flipH="1">
              <a:off x="7429663" y="2911951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BF01D3F6-0B08-8FE5-4320-664A96A5BAFC}"/>
              </a:ext>
            </a:extLst>
          </p:cNvPr>
          <p:cNvGrpSpPr/>
          <p:nvPr/>
        </p:nvGrpSpPr>
        <p:grpSpPr>
          <a:xfrm>
            <a:off x="354779" y="4904557"/>
            <a:ext cx="322143" cy="161072"/>
            <a:chOff x="2192483" y="3632136"/>
            <a:chExt cx="748144" cy="37407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76B33EE-30CC-FB54-0DB6-3D6BD4D16A50}"/>
                </a:ext>
              </a:extLst>
            </p:cNvPr>
            <p:cNvSpPr/>
            <p:nvPr/>
          </p:nvSpPr>
          <p:spPr>
            <a:xfrm flipH="1">
              <a:off x="2192483" y="3632136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507F620-E6C6-764A-81D0-3C662A0A3C7B}"/>
                </a:ext>
              </a:extLst>
            </p:cNvPr>
            <p:cNvSpPr/>
            <p:nvPr/>
          </p:nvSpPr>
          <p:spPr>
            <a:xfrm flipH="1">
              <a:off x="2566555" y="3632136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B0B77E77-F596-E224-3AE4-1442C4C33EBD}"/>
              </a:ext>
            </a:extLst>
          </p:cNvPr>
          <p:cNvGrpSpPr/>
          <p:nvPr/>
        </p:nvGrpSpPr>
        <p:grpSpPr>
          <a:xfrm rot="10800000">
            <a:off x="672248" y="5549858"/>
            <a:ext cx="644287" cy="161072"/>
            <a:chOff x="3267983" y="4399332"/>
            <a:chExt cx="1496288" cy="37407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991CB08-4ABC-07D7-B736-042F020DBFA5}"/>
                </a:ext>
              </a:extLst>
            </p:cNvPr>
            <p:cNvSpPr/>
            <p:nvPr/>
          </p:nvSpPr>
          <p:spPr>
            <a:xfrm rot="16200000" flipV="1">
              <a:off x="4390199" y="4399332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B1637BD-A582-652D-1BDB-15259BE2BD55}"/>
                </a:ext>
              </a:extLst>
            </p:cNvPr>
            <p:cNvSpPr/>
            <p:nvPr/>
          </p:nvSpPr>
          <p:spPr>
            <a:xfrm rot="16200000" flipV="1">
              <a:off x="4016127" y="4399332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F497368-CC7D-8A82-40A0-6ACB1EB3D19F}"/>
                </a:ext>
              </a:extLst>
            </p:cNvPr>
            <p:cNvSpPr/>
            <p:nvPr/>
          </p:nvSpPr>
          <p:spPr>
            <a:xfrm rot="16200000">
              <a:off x="3267983" y="4399332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9C3A043-A061-B19B-D8D2-BE0354814C82}"/>
                </a:ext>
              </a:extLst>
            </p:cNvPr>
            <p:cNvSpPr/>
            <p:nvPr/>
          </p:nvSpPr>
          <p:spPr>
            <a:xfrm rot="16200000">
              <a:off x="3642055" y="4399332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CB8C7C0-049D-409A-706B-96AF0B2BD7FA}"/>
                </a:ext>
              </a:extLst>
            </p:cNvPr>
            <p:cNvSpPr/>
            <p:nvPr/>
          </p:nvSpPr>
          <p:spPr>
            <a:xfrm rot="16200000">
              <a:off x="4016127" y="4399332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ADC628EF-3569-195A-B13E-C415F2E446E5}"/>
              </a:ext>
            </a:extLst>
          </p:cNvPr>
          <p:cNvGrpSpPr/>
          <p:nvPr/>
        </p:nvGrpSpPr>
        <p:grpSpPr>
          <a:xfrm>
            <a:off x="602141" y="4566045"/>
            <a:ext cx="483215" cy="161072"/>
            <a:chOff x="6432135" y="4506186"/>
            <a:chExt cx="1122216" cy="37407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49F0672-7D35-B434-2F15-30D80DF4355F}"/>
                </a:ext>
              </a:extLst>
            </p:cNvPr>
            <p:cNvSpPr/>
            <p:nvPr/>
          </p:nvSpPr>
          <p:spPr>
            <a:xfrm rot="16200000" flipV="1">
              <a:off x="7180279" y="4506186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54445F0-8F45-307D-6EAE-A8D6122AC07A}"/>
                </a:ext>
              </a:extLst>
            </p:cNvPr>
            <p:cNvSpPr/>
            <p:nvPr/>
          </p:nvSpPr>
          <p:spPr>
            <a:xfrm rot="16200000">
              <a:off x="6432135" y="4506186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085897D-A374-EA12-2249-B4386C7122DE}"/>
                </a:ext>
              </a:extLst>
            </p:cNvPr>
            <p:cNvSpPr/>
            <p:nvPr/>
          </p:nvSpPr>
          <p:spPr>
            <a:xfrm rot="16200000">
              <a:off x="6806207" y="4506186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EA154DA-F86E-E1A1-6BC5-E562813DA450}"/>
                </a:ext>
              </a:extLst>
            </p:cNvPr>
            <p:cNvSpPr/>
            <p:nvPr/>
          </p:nvSpPr>
          <p:spPr>
            <a:xfrm rot="16200000">
              <a:off x="7180279" y="4506186"/>
              <a:ext cx="374072" cy="37407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15620C51-62E7-EAE7-A65B-2943F037D07F}"/>
              </a:ext>
            </a:extLst>
          </p:cNvPr>
          <p:cNvGrpSpPr/>
          <p:nvPr/>
        </p:nvGrpSpPr>
        <p:grpSpPr>
          <a:xfrm>
            <a:off x="469479" y="5170783"/>
            <a:ext cx="483215" cy="318204"/>
            <a:chOff x="458933" y="2547029"/>
            <a:chExt cx="1122216" cy="738994"/>
          </a:xfrm>
        </p:grpSpPr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28E49EEF-2398-0F66-8C78-6B69245CD982}"/>
                </a:ext>
              </a:extLst>
            </p:cNvPr>
            <p:cNvGrpSpPr/>
            <p:nvPr/>
          </p:nvGrpSpPr>
          <p:grpSpPr>
            <a:xfrm>
              <a:off x="458933" y="2547029"/>
              <a:ext cx="748144" cy="374072"/>
              <a:chOff x="2192483" y="3632136"/>
              <a:chExt cx="748144" cy="374072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3BB67F05-AA9D-BAC7-552D-CBBF5EFC3DF7}"/>
                  </a:ext>
                </a:extLst>
              </p:cNvPr>
              <p:cNvSpPr/>
              <p:nvPr/>
            </p:nvSpPr>
            <p:spPr>
              <a:xfrm flipH="1">
                <a:off x="2192483" y="3632136"/>
                <a:ext cx="374072" cy="36492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1C7C039-2AE2-721A-8E30-9217C600A977}"/>
                  </a:ext>
                </a:extLst>
              </p:cNvPr>
              <p:cNvSpPr/>
              <p:nvPr/>
            </p:nvSpPr>
            <p:spPr>
              <a:xfrm flipH="1">
                <a:off x="2566555" y="363213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5" name="Groupe 94">
              <a:extLst>
                <a:ext uri="{FF2B5EF4-FFF2-40B4-BE49-F238E27FC236}">
                  <a16:creationId xmlns:a16="http://schemas.microsoft.com/office/drawing/2014/main" id="{CD8ACC4E-C860-FBED-F00B-7580A572C52D}"/>
                </a:ext>
              </a:extLst>
            </p:cNvPr>
            <p:cNvGrpSpPr/>
            <p:nvPr/>
          </p:nvGrpSpPr>
          <p:grpSpPr>
            <a:xfrm>
              <a:off x="833005" y="2911951"/>
              <a:ext cx="748144" cy="374072"/>
              <a:chOff x="2192483" y="3632136"/>
              <a:chExt cx="748144" cy="374072"/>
            </a:xfrm>
          </p:grpSpPr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217E630-A99C-FAA7-5843-D03C8ECF00C7}"/>
                  </a:ext>
                </a:extLst>
              </p:cNvPr>
              <p:cNvSpPr/>
              <p:nvPr/>
            </p:nvSpPr>
            <p:spPr>
              <a:xfrm flipH="1">
                <a:off x="2192483" y="363213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92A8DD01-BC08-C46A-72F2-FE1701D0C78C}"/>
                  </a:ext>
                </a:extLst>
              </p:cNvPr>
              <p:cNvSpPr/>
              <p:nvPr/>
            </p:nvSpPr>
            <p:spPr>
              <a:xfrm flipH="1">
                <a:off x="2566555" y="363213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654" name="Groupe 1653">
            <a:extLst>
              <a:ext uri="{FF2B5EF4-FFF2-40B4-BE49-F238E27FC236}">
                <a16:creationId xmlns:a16="http://schemas.microsoft.com/office/drawing/2014/main" id="{897B6397-64C0-954F-0EB3-4694940D425F}"/>
              </a:ext>
            </a:extLst>
          </p:cNvPr>
          <p:cNvGrpSpPr/>
          <p:nvPr/>
        </p:nvGrpSpPr>
        <p:grpSpPr>
          <a:xfrm>
            <a:off x="3606067" y="1376312"/>
            <a:ext cx="4291568" cy="4410705"/>
            <a:chOff x="3606067" y="1376312"/>
            <a:chExt cx="4291568" cy="4410705"/>
          </a:xfrm>
        </p:grpSpPr>
        <p:grpSp>
          <p:nvGrpSpPr>
            <p:cNvPr id="1204" name="Groupe 1203">
              <a:extLst>
                <a:ext uri="{FF2B5EF4-FFF2-40B4-BE49-F238E27FC236}">
                  <a16:creationId xmlns:a16="http://schemas.microsoft.com/office/drawing/2014/main" id="{EFC35E02-89DF-0234-8C7C-C38744201FC1}"/>
                </a:ext>
              </a:extLst>
            </p:cNvPr>
            <p:cNvGrpSpPr/>
            <p:nvPr/>
          </p:nvGrpSpPr>
          <p:grpSpPr>
            <a:xfrm>
              <a:off x="3606067" y="1376312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280" name="Groupe 1279">
                <a:extLst>
                  <a:ext uri="{FF2B5EF4-FFF2-40B4-BE49-F238E27FC236}">
                    <a16:creationId xmlns:a16="http://schemas.microsoft.com/office/drawing/2014/main" id="{97EA5B9A-A135-8570-4EBF-F59A140D11BD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299" name="Rectangle 1298">
                  <a:extLst>
                    <a:ext uri="{FF2B5EF4-FFF2-40B4-BE49-F238E27FC236}">
                      <a16:creationId xmlns:a16="http://schemas.microsoft.com/office/drawing/2014/main" id="{FC0955BC-5653-52F1-1431-834D58364176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0" name="Rectangle 1299">
                  <a:extLst>
                    <a:ext uri="{FF2B5EF4-FFF2-40B4-BE49-F238E27FC236}">
                      <a16:creationId xmlns:a16="http://schemas.microsoft.com/office/drawing/2014/main" id="{AB7CA873-BF17-0655-C4B3-C0617C0FA4F2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1" name="Rectangle 1300">
                  <a:extLst>
                    <a:ext uri="{FF2B5EF4-FFF2-40B4-BE49-F238E27FC236}">
                      <a16:creationId xmlns:a16="http://schemas.microsoft.com/office/drawing/2014/main" id="{2FFAC79A-5024-9339-EC68-C6DB68FCB352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2" name="Rectangle 1301">
                  <a:extLst>
                    <a:ext uri="{FF2B5EF4-FFF2-40B4-BE49-F238E27FC236}">
                      <a16:creationId xmlns:a16="http://schemas.microsoft.com/office/drawing/2014/main" id="{0DFD2698-AEF0-AE1E-493E-FDE41812AE11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3" name="Rectangle 1302">
                  <a:extLst>
                    <a:ext uri="{FF2B5EF4-FFF2-40B4-BE49-F238E27FC236}">
                      <a16:creationId xmlns:a16="http://schemas.microsoft.com/office/drawing/2014/main" id="{CF9DC12C-1837-F083-A70D-03A382E9253B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81" name="Groupe 1280">
                <a:extLst>
                  <a:ext uri="{FF2B5EF4-FFF2-40B4-BE49-F238E27FC236}">
                    <a16:creationId xmlns:a16="http://schemas.microsoft.com/office/drawing/2014/main" id="{DA09A1D5-6607-D033-59DC-482BA7A1B02D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294" name="Rectangle 1293">
                  <a:extLst>
                    <a:ext uri="{FF2B5EF4-FFF2-40B4-BE49-F238E27FC236}">
                      <a16:creationId xmlns:a16="http://schemas.microsoft.com/office/drawing/2014/main" id="{FF33D162-4C40-9D2E-5D17-28FB0B5CCE83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5" name="Rectangle 1294">
                  <a:extLst>
                    <a:ext uri="{FF2B5EF4-FFF2-40B4-BE49-F238E27FC236}">
                      <a16:creationId xmlns:a16="http://schemas.microsoft.com/office/drawing/2014/main" id="{1036F263-1151-8D35-2C08-F6B93860C623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6" name="Rectangle 1295">
                  <a:extLst>
                    <a:ext uri="{FF2B5EF4-FFF2-40B4-BE49-F238E27FC236}">
                      <a16:creationId xmlns:a16="http://schemas.microsoft.com/office/drawing/2014/main" id="{A6B400D3-32F5-BC9E-9AF8-2F2FCD8C26D7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7" name="Rectangle 1296">
                  <a:extLst>
                    <a:ext uri="{FF2B5EF4-FFF2-40B4-BE49-F238E27FC236}">
                      <a16:creationId xmlns:a16="http://schemas.microsoft.com/office/drawing/2014/main" id="{698EA6D0-0BDB-D83D-8016-C8BB121F65A6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8" name="Rectangle 1297">
                  <a:extLst>
                    <a:ext uri="{FF2B5EF4-FFF2-40B4-BE49-F238E27FC236}">
                      <a16:creationId xmlns:a16="http://schemas.microsoft.com/office/drawing/2014/main" id="{76A7147D-0377-694B-C698-B56386A60540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82" name="Groupe 1281">
                <a:extLst>
                  <a:ext uri="{FF2B5EF4-FFF2-40B4-BE49-F238E27FC236}">
                    <a16:creationId xmlns:a16="http://schemas.microsoft.com/office/drawing/2014/main" id="{7ABC3A99-EC25-1CF1-D270-DF1B38620221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289" name="Rectangle 1288">
                  <a:extLst>
                    <a:ext uri="{FF2B5EF4-FFF2-40B4-BE49-F238E27FC236}">
                      <a16:creationId xmlns:a16="http://schemas.microsoft.com/office/drawing/2014/main" id="{4D715E22-2A1A-1C82-9F9B-D3841DD7C1BD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0" name="Rectangle 1289">
                  <a:extLst>
                    <a:ext uri="{FF2B5EF4-FFF2-40B4-BE49-F238E27FC236}">
                      <a16:creationId xmlns:a16="http://schemas.microsoft.com/office/drawing/2014/main" id="{5F1B8866-0179-D969-7F1E-2BE6F75DDC9B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1" name="Rectangle 1290">
                  <a:extLst>
                    <a:ext uri="{FF2B5EF4-FFF2-40B4-BE49-F238E27FC236}">
                      <a16:creationId xmlns:a16="http://schemas.microsoft.com/office/drawing/2014/main" id="{8E828B70-2910-1D24-D90F-B973D1C783B8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2" name="Rectangle 1291">
                  <a:extLst>
                    <a:ext uri="{FF2B5EF4-FFF2-40B4-BE49-F238E27FC236}">
                      <a16:creationId xmlns:a16="http://schemas.microsoft.com/office/drawing/2014/main" id="{BF54AE45-0207-8B70-9CA3-A77E26E6C71C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93" name="Rectangle 1292">
                  <a:extLst>
                    <a:ext uri="{FF2B5EF4-FFF2-40B4-BE49-F238E27FC236}">
                      <a16:creationId xmlns:a16="http://schemas.microsoft.com/office/drawing/2014/main" id="{7AF2217D-B0D1-28AB-9B94-998B8190B48B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83" name="Groupe 1282">
                <a:extLst>
                  <a:ext uri="{FF2B5EF4-FFF2-40B4-BE49-F238E27FC236}">
                    <a16:creationId xmlns:a16="http://schemas.microsoft.com/office/drawing/2014/main" id="{BAA8DD4E-6960-B730-ABAD-DA647791EEE4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284" name="Rectangle 1283">
                  <a:extLst>
                    <a:ext uri="{FF2B5EF4-FFF2-40B4-BE49-F238E27FC236}">
                      <a16:creationId xmlns:a16="http://schemas.microsoft.com/office/drawing/2014/main" id="{81DE196C-62A9-8DED-6544-D266A695DF61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5" name="Rectangle 1284">
                  <a:extLst>
                    <a:ext uri="{FF2B5EF4-FFF2-40B4-BE49-F238E27FC236}">
                      <a16:creationId xmlns:a16="http://schemas.microsoft.com/office/drawing/2014/main" id="{1157AD8F-9AC0-A9EB-8DA6-4E99F22E0BF7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6" name="Rectangle 1285">
                  <a:extLst>
                    <a:ext uri="{FF2B5EF4-FFF2-40B4-BE49-F238E27FC236}">
                      <a16:creationId xmlns:a16="http://schemas.microsoft.com/office/drawing/2014/main" id="{47E5877E-B9A0-91A2-96C9-7ECEE1553703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7" name="Rectangle 1286">
                  <a:extLst>
                    <a:ext uri="{FF2B5EF4-FFF2-40B4-BE49-F238E27FC236}">
                      <a16:creationId xmlns:a16="http://schemas.microsoft.com/office/drawing/2014/main" id="{C26F0159-DD84-47F4-31D0-CABA85C31585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8" name="Rectangle 1287">
                  <a:extLst>
                    <a:ext uri="{FF2B5EF4-FFF2-40B4-BE49-F238E27FC236}">
                      <a16:creationId xmlns:a16="http://schemas.microsoft.com/office/drawing/2014/main" id="{313A1BBA-C40C-35A4-60B3-10B98DE294AF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206" name="Groupe 1205">
              <a:extLst>
                <a:ext uri="{FF2B5EF4-FFF2-40B4-BE49-F238E27FC236}">
                  <a16:creationId xmlns:a16="http://schemas.microsoft.com/office/drawing/2014/main" id="{58D45C99-5A0C-6FD9-4DC2-23F6A8EE1D3E}"/>
                </a:ext>
              </a:extLst>
            </p:cNvPr>
            <p:cNvGrpSpPr/>
            <p:nvPr/>
          </p:nvGrpSpPr>
          <p:grpSpPr>
            <a:xfrm>
              <a:off x="3606067" y="1652435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232" name="Groupe 1231">
                <a:extLst>
                  <a:ext uri="{FF2B5EF4-FFF2-40B4-BE49-F238E27FC236}">
                    <a16:creationId xmlns:a16="http://schemas.microsoft.com/office/drawing/2014/main" id="{E74C05FF-7E77-3E0A-CB9A-80123B42EE28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251" name="Rectangle 1250">
                  <a:extLst>
                    <a:ext uri="{FF2B5EF4-FFF2-40B4-BE49-F238E27FC236}">
                      <a16:creationId xmlns:a16="http://schemas.microsoft.com/office/drawing/2014/main" id="{04165114-D82D-1AA1-C8D7-96639E0AB902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52" name="Rectangle 1251">
                  <a:extLst>
                    <a:ext uri="{FF2B5EF4-FFF2-40B4-BE49-F238E27FC236}">
                      <a16:creationId xmlns:a16="http://schemas.microsoft.com/office/drawing/2014/main" id="{0B572030-509B-6F33-C50B-CE5BBBD1F0A2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53" name="Rectangle 1252">
                  <a:extLst>
                    <a:ext uri="{FF2B5EF4-FFF2-40B4-BE49-F238E27FC236}">
                      <a16:creationId xmlns:a16="http://schemas.microsoft.com/office/drawing/2014/main" id="{A841E911-E01E-872E-A40C-9A62784FB1D8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54" name="Rectangle 1253">
                  <a:extLst>
                    <a:ext uri="{FF2B5EF4-FFF2-40B4-BE49-F238E27FC236}">
                      <a16:creationId xmlns:a16="http://schemas.microsoft.com/office/drawing/2014/main" id="{3830F91E-3633-CB4F-62AA-CE419320EC35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55" name="Rectangle 1254">
                  <a:extLst>
                    <a:ext uri="{FF2B5EF4-FFF2-40B4-BE49-F238E27FC236}">
                      <a16:creationId xmlns:a16="http://schemas.microsoft.com/office/drawing/2014/main" id="{5ABA3F17-614E-BE88-8575-42CC1D97BFFD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33" name="Groupe 1232">
                <a:extLst>
                  <a:ext uri="{FF2B5EF4-FFF2-40B4-BE49-F238E27FC236}">
                    <a16:creationId xmlns:a16="http://schemas.microsoft.com/office/drawing/2014/main" id="{355A1413-C2B0-72AE-4DD2-8D1A3AD78BE2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246" name="Rectangle 1245">
                  <a:extLst>
                    <a:ext uri="{FF2B5EF4-FFF2-40B4-BE49-F238E27FC236}">
                      <a16:creationId xmlns:a16="http://schemas.microsoft.com/office/drawing/2014/main" id="{46DC940B-9E02-B62E-3462-0062182F3D3E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7" name="Rectangle 1246">
                  <a:extLst>
                    <a:ext uri="{FF2B5EF4-FFF2-40B4-BE49-F238E27FC236}">
                      <a16:creationId xmlns:a16="http://schemas.microsoft.com/office/drawing/2014/main" id="{A397FFAB-21B5-5A7E-A63C-CC182EEBA153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8" name="Rectangle 1247">
                  <a:extLst>
                    <a:ext uri="{FF2B5EF4-FFF2-40B4-BE49-F238E27FC236}">
                      <a16:creationId xmlns:a16="http://schemas.microsoft.com/office/drawing/2014/main" id="{484AFDB8-E2D1-BBBD-F72A-396D7E5E6309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9" name="Rectangle 1248">
                  <a:extLst>
                    <a:ext uri="{FF2B5EF4-FFF2-40B4-BE49-F238E27FC236}">
                      <a16:creationId xmlns:a16="http://schemas.microsoft.com/office/drawing/2014/main" id="{9050B59E-BEF5-20AB-A07D-19AA76C0C2FA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50" name="Rectangle 1249">
                  <a:extLst>
                    <a:ext uri="{FF2B5EF4-FFF2-40B4-BE49-F238E27FC236}">
                      <a16:creationId xmlns:a16="http://schemas.microsoft.com/office/drawing/2014/main" id="{088ADC6A-AB2B-6E56-FD91-56D5215C0A9B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34" name="Groupe 1233">
                <a:extLst>
                  <a:ext uri="{FF2B5EF4-FFF2-40B4-BE49-F238E27FC236}">
                    <a16:creationId xmlns:a16="http://schemas.microsoft.com/office/drawing/2014/main" id="{7F74C4AB-D144-3160-2E11-E8C81E55777A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241" name="Rectangle 1240">
                  <a:extLst>
                    <a:ext uri="{FF2B5EF4-FFF2-40B4-BE49-F238E27FC236}">
                      <a16:creationId xmlns:a16="http://schemas.microsoft.com/office/drawing/2014/main" id="{9ACBBAB2-43AF-9988-5D24-071A20D772ED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2" name="Rectangle 1241">
                  <a:extLst>
                    <a:ext uri="{FF2B5EF4-FFF2-40B4-BE49-F238E27FC236}">
                      <a16:creationId xmlns:a16="http://schemas.microsoft.com/office/drawing/2014/main" id="{663C216C-5F0D-3F16-AC1C-715BFD6BB0DE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3" name="Rectangle 1242">
                  <a:extLst>
                    <a:ext uri="{FF2B5EF4-FFF2-40B4-BE49-F238E27FC236}">
                      <a16:creationId xmlns:a16="http://schemas.microsoft.com/office/drawing/2014/main" id="{DE2D335D-9B3C-67DB-5B01-F77E40F66BC0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4" name="Rectangle 1243">
                  <a:extLst>
                    <a:ext uri="{FF2B5EF4-FFF2-40B4-BE49-F238E27FC236}">
                      <a16:creationId xmlns:a16="http://schemas.microsoft.com/office/drawing/2014/main" id="{41C6B6CA-6783-FEA3-7606-C2D18D4FF033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5" name="Rectangle 1244">
                  <a:extLst>
                    <a:ext uri="{FF2B5EF4-FFF2-40B4-BE49-F238E27FC236}">
                      <a16:creationId xmlns:a16="http://schemas.microsoft.com/office/drawing/2014/main" id="{D1A58C4A-6766-AD72-45E8-111E11238C5A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35" name="Groupe 1234">
                <a:extLst>
                  <a:ext uri="{FF2B5EF4-FFF2-40B4-BE49-F238E27FC236}">
                    <a16:creationId xmlns:a16="http://schemas.microsoft.com/office/drawing/2014/main" id="{827614C5-2246-7D0F-5AE2-443E6A123A60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236" name="Rectangle 1235">
                  <a:extLst>
                    <a:ext uri="{FF2B5EF4-FFF2-40B4-BE49-F238E27FC236}">
                      <a16:creationId xmlns:a16="http://schemas.microsoft.com/office/drawing/2014/main" id="{E0210DAE-B9B4-64F4-E459-03F0DFA91E0C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37" name="Rectangle 1236">
                  <a:extLst>
                    <a:ext uri="{FF2B5EF4-FFF2-40B4-BE49-F238E27FC236}">
                      <a16:creationId xmlns:a16="http://schemas.microsoft.com/office/drawing/2014/main" id="{6741DC99-BCFA-8B27-2D45-2D22EA8AB302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38" name="Rectangle 1237">
                  <a:extLst>
                    <a:ext uri="{FF2B5EF4-FFF2-40B4-BE49-F238E27FC236}">
                      <a16:creationId xmlns:a16="http://schemas.microsoft.com/office/drawing/2014/main" id="{BCB441D5-968A-7492-94E7-6101C3B6E9A0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39" name="Rectangle 1238">
                  <a:extLst>
                    <a:ext uri="{FF2B5EF4-FFF2-40B4-BE49-F238E27FC236}">
                      <a16:creationId xmlns:a16="http://schemas.microsoft.com/office/drawing/2014/main" id="{119860CF-14A4-0AB5-ED8A-FB92B105F5B0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40" name="Rectangle 1239">
                  <a:extLst>
                    <a:ext uri="{FF2B5EF4-FFF2-40B4-BE49-F238E27FC236}">
                      <a16:creationId xmlns:a16="http://schemas.microsoft.com/office/drawing/2014/main" id="{B8ED405C-F8A3-DCFF-7633-073236E9AC54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304" name="Groupe 1303">
              <a:extLst>
                <a:ext uri="{FF2B5EF4-FFF2-40B4-BE49-F238E27FC236}">
                  <a16:creationId xmlns:a16="http://schemas.microsoft.com/office/drawing/2014/main" id="{287E47EF-B7DA-0287-7511-BEF128C86F33}"/>
                </a:ext>
              </a:extLst>
            </p:cNvPr>
            <p:cNvGrpSpPr/>
            <p:nvPr/>
          </p:nvGrpSpPr>
          <p:grpSpPr>
            <a:xfrm>
              <a:off x="3606067" y="1928558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305" name="Groupe 1304">
                <a:extLst>
                  <a:ext uri="{FF2B5EF4-FFF2-40B4-BE49-F238E27FC236}">
                    <a16:creationId xmlns:a16="http://schemas.microsoft.com/office/drawing/2014/main" id="{B1FEAE01-91AC-DAC4-32DC-F5409C56553F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24" name="Rectangle 1323">
                  <a:extLst>
                    <a:ext uri="{FF2B5EF4-FFF2-40B4-BE49-F238E27FC236}">
                      <a16:creationId xmlns:a16="http://schemas.microsoft.com/office/drawing/2014/main" id="{35657E3D-9184-756F-A2E4-435D907F7F1F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5" name="Rectangle 1324">
                  <a:extLst>
                    <a:ext uri="{FF2B5EF4-FFF2-40B4-BE49-F238E27FC236}">
                      <a16:creationId xmlns:a16="http://schemas.microsoft.com/office/drawing/2014/main" id="{02A26526-D436-28D3-51B9-1B9330EDF3A7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6" name="Rectangle 1325">
                  <a:extLst>
                    <a:ext uri="{FF2B5EF4-FFF2-40B4-BE49-F238E27FC236}">
                      <a16:creationId xmlns:a16="http://schemas.microsoft.com/office/drawing/2014/main" id="{BAAC4522-ADE4-71C3-7825-1A56CF81A6A8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7" name="Rectangle 1326">
                  <a:extLst>
                    <a:ext uri="{FF2B5EF4-FFF2-40B4-BE49-F238E27FC236}">
                      <a16:creationId xmlns:a16="http://schemas.microsoft.com/office/drawing/2014/main" id="{1DCA548A-8CDD-B954-7C34-DCE058C96EB3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8" name="Rectangle 1327">
                  <a:extLst>
                    <a:ext uri="{FF2B5EF4-FFF2-40B4-BE49-F238E27FC236}">
                      <a16:creationId xmlns:a16="http://schemas.microsoft.com/office/drawing/2014/main" id="{88D9133E-8DFA-D4CC-48C7-03785AE43AEC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06" name="Groupe 1305">
                <a:extLst>
                  <a:ext uri="{FF2B5EF4-FFF2-40B4-BE49-F238E27FC236}">
                    <a16:creationId xmlns:a16="http://schemas.microsoft.com/office/drawing/2014/main" id="{F15980A5-D4D4-FE0A-3056-525157E0BB1C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19" name="Rectangle 1318">
                  <a:extLst>
                    <a:ext uri="{FF2B5EF4-FFF2-40B4-BE49-F238E27FC236}">
                      <a16:creationId xmlns:a16="http://schemas.microsoft.com/office/drawing/2014/main" id="{0768B7F1-F55B-CBEB-83A1-006C24D766CA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0" name="Rectangle 1319">
                  <a:extLst>
                    <a:ext uri="{FF2B5EF4-FFF2-40B4-BE49-F238E27FC236}">
                      <a16:creationId xmlns:a16="http://schemas.microsoft.com/office/drawing/2014/main" id="{FB377257-7B0D-A04E-A9B7-715193BEC520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1" name="Rectangle 1320">
                  <a:extLst>
                    <a:ext uri="{FF2B5EF4-FFF2-40B4-BE49-F238E27FC236}">
                      <a16:creationId xmlns:a16="http://schemas.microsoft.com/office/drawing/2014/main" id="{94F1E118-80C0-588E-D2E8-6A58B0BF3C8F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2" name="Rectangle 1321">
                  <a:extLst>
                    <a:ext uri="{FF2B5EF4-FFF2-40B4-BE49-F238E27FC236}">
                      <a16:creationId xmlns:a16="http://schemas.microsoft.com/office/drawing/2014/main" id="{17370BF9-F241-C59A-72C7-A9C56CEC6AE5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3" name="Rectangle 1322">
                  <a:extLst>
                    <a:ext uri="{FF2B5EF4-FFF2-40B4-BE49-F238E27FC236}">
                      <a16:creationId xmlns:a16="http://schemas.microsoft.com/office/drawing/2014/main" id="{A8E4BA25-A1B8-ADC6-7214-259730123C54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07" name="Groupe 1306">
                <a:extLst>
                  <a:ext uri="{FF2B5EF4-FFF2-40B4-BE49-F238E27FC236}">
                    <a16:creationId xmlns:a16="http://schemas.microsoft.com/office/drawing/2014/main" id="{19253205-8000-AE78-1E9F-020C752ED325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14" name="Rectangle 1313">
                  <a:extLst>
                    <a:ext uri="{FF2B5EF4-FFF2-40B4-BE49-F238E27FC236}">
                      <a16:creationId xmlns:a16="http://schemas.microsoft.com/office/drawing/2014/main" id="{EEA77A70-7F7A-1770-141F-9AE00BAC750B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5" name="Rectangle 1314">
                  <a:extLst>
                    <a:ext uri="{FF2B5EF4-FFF2-40B4-BE49-F238E27FC236}">
                      <a16:creationId xmlns:a16="http://schemas.microsoft.com/office/drawing/2014/main" id="{14230A2E-241E-0C3A-EE39-88619AE64EF6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6" name="Rectangle 1315">
                  <a:extLst>
                    <a:ext uri="{FF2B5EF4-FFF2-40B4-BE49-F238E27FC236}">
                      <a16:creationId xmlns:a16="http://schemas.microsoft.com/office/drawing/2014/main" id="{81BB8B3D-94EA-FDE9-DA9D-D75BF00A8B83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7" name="Rectangle 1316">
                  <a:extLst>
                    <a:ext uri="{FF2B5EF4-FFF2-40B4-BE49-F238E27FC236}">
                      <a16:creationId xmlns:a16="http://schemas.microsoft.com/office/drawing/2014/main" id="{631D8ABB-30ED-0021-185A-99306C58AC31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8" name="Rectangle 1317">
                  <a:extLst>
                    <a:ext uri="{FF2B5EF4-FFF2-40B4-BE49-F238E27FC236}">
                      <a16:creationId xmlns:a16="http://schemas.microsoft.com/office/drawing/2014/main" id="{552B0447-FE30-6149-853D-8734DCA2DCF5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08" name="Groupe 1307">
                <a:extLst>
                  <a:ext uri="{FF2B5EF4-FFF2-40B4-BE49-F238E27FC236}">
                    <a16:creationId xmlns:a16="http://schemas.microsoft.com/office/drawing/2014/main" id="{AD2F71F2-B58A-E92E-A371-5595C421C41F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09" name="Rectangle 1308">
                  <a:extLst>
                    <a:ext uri="{FF2B5EF4-FFF2-40B4-BE49-F238E27FC236}">
                      <a16:creationId xmlns:a16="http://schemas.microsoft.com/office/drawing/2014/main" id="{A876747C-55EF-D266-8079-FE1ECC5B26C0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0" name="Rectangle 1309">
                  <a:extLst>
                    <a:ext uri="{FF2B5EF4-FFF2-40B4-BE49-F238E27FC236}">
                      <a16:creationId xmlns:a16="http://schemas.microsoft.com/office/drawing/2014/main" id="{FD4E741F-9033-33C4-7055-A7D62F1EB362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1" name="Rectangle 1310">
                  <a:extLst>
                    <a:ext uri="{FF2B5EF4-FFF2-40B4-BE49-F238E27FC236}">
                      <a16:creationId xmlns:a16="http://schemas.microsoft.com/office/drawing/2014/main" id="{38DE61AC-B818-1BCF-91FB-4A374BDC7CD0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2" name="Rectangle 1311">
                  <a:extLst>
                    <a:ext uri="{FF2B5EF4-FFF2-40B4-BE49-F238E27FC236}">
                      <a16:creationId xmlns:a16="http://schemas.microsoft.com/office/drawing/2014/main" id="{F183DFC5-DED8-3AE6-DE8B-0A660C984D47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13" name="Rectangle 1312">
                  <a:extLst>
                    <a:ext uri="{FF2B5EF4-FFF2-40B4-BE49-F238E27FC236}">
                      <a16:creationId xmlns:a16="http://schemas.microsoft.com/office/drawing/2014/main" id="{CC38EE64-2519-306E-8F29-CD0D3696E27B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329" name="Groupe 1328">
              <a:extLst>
                <a:ext uri="{FF2B5EF4-FFF2-40B4-BE49-F238E27FC236}">
                  <a16:creationId xmlns:a16="http://schemas.microsoft.com/office/drawing/2014/main" id="{8BC7A6E8-70B3-89D3-2051-8DDA703174F2}"/>
                </a:ext>
              </a:extLst>
            </p:cNvPr>
            <p:cNvGrpSpPr/>
            <p:nvPr/>
          </p:nvGrpSpPr>
          <p:grpSpPr>
            <a:xfrm>
              <a:off x="3606067" y="2204681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330" name="Groupe 1329">
                <a:extLst>
                  <a:ext uri="{FF2B5EF4-FFF2-40B4-BE49-F238E27FC236}">
                    <a16:creationId xmlns:a16="http://schemas.microsoft.com/office/drawing/2014/main" id="{2096E4FD-1E1A-7052-FAE3-1E671A81E260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49" name="Rectangle 1348">
                  <a:extLst>
                    <a:ext uri="{FF2B5EF4-FFF2-40B4-BE49-F238E27FC236}">
                      <a16:creationId xmlns:a16="http://schemas.microsoft.com/office/drawing/2014/main" id="{57E9D6E0-589D-A7F2-8217-18DC20F51248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50" name="Rectangle 1349">
                  <a:extLst>
                    <a:ext uri="{FF2B5EF4-FFF2-40B4-BE49-F238E27FC236}">
                      <a16:creationId xmlns:a16="http://schemas.microsoft.com/office/drawing/2014/main" id="{432556CF-3ACD-9021-A15B-63CABB0D4F8C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51" name="Rectangle 1350">
                  <a:extLst>
                    <a:ext uri="{FF2B5EF4-FFF2-40B4-BE49-F238E27FC236}">
                      <a16:creationId xmlns:a16="http://schemas.microsoft.com/office/drawing/2014/main" id="{D9A09FA0-BEFA-7274-0F12-6C896563FF49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52" name="Rectangle 1351">
                  <a:extLst>
                    <a:ext uri="{FF2B5EF4-FFF2-40B4-BE49-F238E27FC236}">
                      <a16:creationId xmlns:a16="http://schemas.microsoft.com/office/drawing/2014/main" id="{3FF6A370-8FD4-914E-7956-95FA8B690E83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53" name="Rectangle 1352">
                  <a:extLst>
                    <a:ext uri="{FF2B5EF4-FFF2-40B4-BE49-F238E27FC236}">
                      <a16:creationId xmlns:a16="http://schemas.microsoft.com/office/drawing/2014/main" id="{AFFCB715-A0FD-D204-12AA-0E99C4C65A57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31" name="Groupe 1330">
                <a:extLst>
                  <a:ext uri="{FF2B5EF4-FFF2-40B4-BE49-F238E27FC236}">
                    <a16:creationId xmlns:a16="http://schemas.microsoft.com/office/drawing/2014/main" id="{B8357F3F-1077-3F92-3993-563EEDA658CD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44" name="Rectangle 1343">
                  <a:extLst>
                    <a:ext uri="{FF2B5EF4-FFF2-40B4-BE49-F238E27FC236}">
                      <a16:creationId xmlns:a16="http://schemas.microsoft.com/office/drawing/2014/main" id="{2891763A-56D0-D951-4A24-C20EA4559B5E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5" name="Rectangle 1344">
                  <a:extLst>
                    <a:ext uri="{FF2B5EF4-FFF2-40B4-BE49-F238E27FC236}">
                      <a16:creationId xmlns:a16="http://schemas.microsoft.com/office/drawing/2014/main" id="{06D1367E-AFD4-D104-4FD5-CFD509C784F4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6" name="Rectangle 1345">
                  <a:extLst>
                    <a:ext uri="{FF2B5EF4-FFF2-40B4-BE49-F238E27FC236}">
                      <a16:creationId xmlns:a16="http://schemas.microsoft.com/office/drawing/2014/main" id="{C7058E25-3110-4431-A3BF-55E3E2BA8C12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7" name="Rectangle 1346">
                  <a:extLst>
                    <a:ext uri="{FF2B5EF4-FFF2-40B4-BE49-F238E27FC236}">
                      <a16:creationId xmlns:a16="http://schemas.microsoft.com/office/drawing/2014/main" id="{CB6CC5C7-BA36-8862-5FC8-7621F1A7F770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8" name="Rectangle 1347">
                  <a:extLst>
                    <a:ext uri="{FF2B5EF4-FFF2-40B4-BE49-F238E27FC236}">
                      <a16:creationId xmlns:a16="http://schemas.microsoft.com/office/drawing/2014/main" id="{53AA9358-621C-6155-B8FA-A2987ED8E680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32" name="Groupe 1331">
                <a:extLst>
                  <a:ext uri="{FF2B5EF4-FFF2-40B4-BE49-F238E27FC236}">
                    <a16:creationId xmlns:a16="http://schemas.microsoft.com/office/drawing/2014/main" id="{338CCF79-A0D8-D744-640C-C62488810056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39" name="Rectangle 1338">
                  <a:extLst>
                    <a:ext uri="{FF2B5EF4-FFF2-40B4-BE49-F238E27FC236}">
                      <a16:creationId xmlns:a16="http://schemas.microsoft.com/office/drawing/2014/main" id="{73DF85AB-493B-A485-1F4F-5FAC125882B7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0" name="Rectangle 1339">
                  <a:extLst>
                    <a:ext uri="{FF2B5EF4-FFF2-40B4-BE49-F238E27FC236}">
                      <a16:creationId xmlns:a16="http://schemas.microsoft.com/office/drawing/2014/main" id="{24A6D99F-DB9C-377D-9D05-4F30D5D92164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1" name="Rectangle 1340">
                  <a:extLst>
                    <a:ext uri="{FF2B5EF4-FFF2-40B4-BE49-F238E27FC236}">
                      <a16:creationId xmlns:a16="http://schemas.microsoft.com/office/drawing/2014/main" id="{965D45C1-30E6-5B6F-B848-B65EF9715EBF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2" name="Rectangle 1341">
                  <a:extLst>
                    <a:ext uri="{FF2B5EF4-FFF2-40B4-BE49-F238E27FC236}">
                      <a16:creationId xmlns:a16="http://schemas.microsoft.com/office/drawing/2014/main" id="{E1DF679D-0C9E-73D9-0FEC-7CED76413308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3" name="Rectangle 1342">
                  <a:extLst>
                    <a:ext uri="{FF2B5EF4-FFF2-40B4-BE49-F238E27FC236}">
                      <a16:creationId xmlns:a16="http://schemas.microsoft.com/office/drawing/2014/main" id="{522BA3F3-67C1-CFC7-2837-CEC2738FE380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33" name="Groupe 1332">
                <a:extLst>
                  <a:ext uri="{FF2B5EF4-FFF2-40B4-BE49-F238E27FC236}">
                    <a16:creationId xmlns:a16="http://schemas.microsoft.com/office/drawing/2014/main" id="{D1644DE2-E954-4C21-7A3E-45E5E5A757EA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34" name="Rectangle 1333">
                  <a:extLst>
                    <a:ext uri="{FF2B5EF4-FFF2-40B4-BE49-F238E27FC236}">
                      <a16:creationId xmlns:a16="http://schemas.microsoft.com/office/drawing/2014/main" id="{05169BBC-D960-0577-6CED-F8938D12A523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35" name="Rectangle 1334">
                  <a:extLst>
                    <a:ext uri="{FF2B5EF4-FFF2-40B4-BE49-F238E27FC236}">
                      <a16:creationId xmlns:a16="http://schemas.microsoft.com/office/drawing/2014/main" id="{87B0039B-9408-94D9-17B1-B6D3A54416D6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36" name="Rectangle 1335">
                  <a:extLst>
                    <a:ext uri="{FF2B5EF4-FFF2-40B4-BE49-F238E27FC236}">
                      <a16:creationId xmlns:a16="http://schemas.microsoft.com/office/drawing/2014/main" id="{5E6228C4-BFA6-1BC5-00EE-74FBFEAB169D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37" name="Rectangle 1336">
                  <a:extLst>
                    <a:ext uri="{FF2B5EF4-FFF2-40B4-BE49-F238E27FC236}">
                      <a16:creationId xmlns:a16="http://schemas.microsoft.com/office/drawing/2014/main" id="{07704574-2ACD-8E5B-1810-E7A2E2D58A7D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38" name="Rectangle 1337">
                  <a:extLst>
                    <a:ext uri="{FF2B5EF4-FFF2-40B4-BE49-F238E27FC236}">
                      <a16:creationId xmlns:a16="http://schemas.microsoft.com/office/drawing/2014/main" id="{F23DBBAD-B93D-CCC0-75DC-AE11C82F0933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354" name="Groupe 1353">
              <a:extLst>
                <a:ext uri="{FF2B5EF4-FFF2-40B4-BE49-F238E27FC236}">
                  <a16:creationId xmlns:a16="http://schemas.microsoft.com/office/drawing/2014/main" id="{838E55E0-FF36-FFEC-C6F0-B5335C6E2E96}"/>
                </a:ext>
              </a:extLst>
            </p:cNvPr>
            <p:cNvGrpSpPr/>
            <p:nvPr/>
          </p:nvGrpSpPr>
          <p:grpSpPr>
            <a:xfrm>
              <a:off x="3606067" y="2480804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355" name="Groupe 1354">
                <a:extLst>
                  <a:ext uri="{FF2B5EF4-FFF2-40B4-BE49-F238E27FC236}">
                    <a16:creationId xmlns:a16="http://schemas.microsoft.com/office/drawing/2014/main" id="{E42B1D17-9846-D974-2DE5-E863B08008B5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74" name="Rectangle 1373">
                  <a:extLst>
                    <a:ext uri="{FF2B5EF4-FFF2-40B4-BE49-F238E27FC236}">
                      <a16:creationId xmlns:a16="http://schemas.microsoft.com/office/drawing/2014/main" id="{A5B775E7-42FC-7AA1-22C2-EDADEC92C65D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75" name="Rectangle 1374">
                  <a:extLst>
                    <a:ext uri="{FF2B5EF4-FFF2-40B4-BE49-F238E27FC236}">
                      <a16:creationId xmlns:a16="http://schemas.microsoft.com/office/drawing/2014/main" id="{8908675E-5805-74C1-1617-E894334DCAB5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76" name="Rectangle 1375">
                  <a:extLst>
                    <a:ext uri="{FF2B5EF4-FFF2-40B4-BE49-F238E27FC236}">
                      <a16:creationId xmlns:a16="http://schemas.microsoft.com/office/drawing/2014/main" id="{B4DF3D14-03CE-B9BF-FDEC-48F4B1B327D8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77" name="Rectangle 1376">
                  <a:extLst>
                    <a:ext uri="{FF2B5EF4-FFF2-40B4-BE49-F238E27FC236}">
                      <a16:creationId xmlns:a16="http://schemas.microsoft.com/office/drawing/2014/main" id="{DF4AD6D4-10E7-819A-00D4-8499F983B442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78" name="Rectangle 1377">
                  <a:extLst>
                    <a:ext uri="{FF2B5EF4-FFF2-40B4-BE49-F238E27FC236}">
                      <a16:creationId xmlns:a16="http://schemas.microsoft.com/office/drawing/2014/main" id="{78FFC295-B1CC-7C0A-A78E-7CC5A15504E4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56" name="Groupe 1355">
                <a:extLst>
                  <a:ext uri="{FF2B5EF4-FFF2-40B4-BE49-F238E27FC236}">
                    <a16:creationId xmlns:a16="http://schemas.microsoft.com/office/drawing/2014/main" id="{1E0D3F36-4438-40A5-B972-5E96E1CEDEF3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69" name="Rectangle 1368">
                  <a:extLst>
                    <a:ext uri="{FF2B5EF4-FFF2-40B4-BE49-F238E27FC236}">
                      <a16:creationId xmlns:a16="http://schemas.microsoft.com/office/drawing/2014/main" id="{F38CB2A8-BD13-0916-BC88-C113A6D6326A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70" name="Rectangle 1369">
                  <a:extLst>
                    <a:ext uri="{FF2B5EF4-FFF2-40B4-BE49-F238E27FC236}">
                      <a16:creationId xmlns:a16="http://schemas.microsoft.com/office/drawing/2014/main" id="{F8414890-F2E0-9AD6-11F7-6F6F3C6164B0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71" name="Rectangle 1370">
                  <a:extLst>
                    <a:ext uri="{FF2B5EF4-FFF2-40B4-BE49-F238E27FC236}">
                      <a16:creationId xmlns:a16="http://schemas.microsoft.com/office/drawing/2014/main" id="{611AFB49-0CC7-2A41-FD45-68279777DE52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72" name="Rectangle 1371">
                  <a:extLst>
                    <a:ext uri="{FF2B5EF4-FFF2-40B4-BE49-F238E27FC236}">
                      <a16:creationId xmlns:a16="http://schemas.microsoft.com/office/drawing/2014/main" id="{8C9BFD0E-9BE7-1610-C59C-A679CAAF416A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73" name="Rectangle 1372">
                  <a:extLst>
                    <a:ext uri="{FF2B5EF4-FFF2-40B4-BE49-F238E27FC236}">
                      <a16:creationId xmlns:a16="http://schemas.microsoft.com/office/drawing/2014/main" id="{D71CE508-40B4-C281-2C76-F2DDD3D29AE3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57" name="Groupe 1356">
                <a:extLst>
                  <a:ext uri="{FF2B5EF4-FFF2-40B4-BE49-F238E27FC236}">
                    <a16:creationId xmlns:a16="http://schemas.microsoft.com/office/drawing/2014/main" id="{4085328F-047C-4E7B-0F76-531B67C8AAAC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64" name="Rectangle 1363">
                  <a:extLst>
                    <a:ext uri="{FF2B5EF4-FFF2-40B4-BE49-F238E27FC236}">
                      <a16:creationId xmlns:a16="http://schemas.microsoft.com/office/drawing/2014/main" id="{AFAD4ECB-2A9D-7999-9CCF-2171C61101B5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5" name="Rectangle 1364">
                  <a:extLst>
                    <a:ext uri="{FF2B5EF4-FFF2-40B4-BE49-F238E27FC236}">
                      <a16:creationId xmlns:a16="http://schemas.microsoft.com/office/drawing/2014/main" id="{5AB603C4-95A3-DFFC-AD40-D850E9C58618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6" name="Rectangle 1365">
                  <a:extLst>
                    <a:ext uri="{FF2B5EF4-FFF2-40B4-BE49-F238E27FC236}">
                      <a16:creationId xmlns:a16="http://schemas.microsoft.com/office/drawing/2014/main" id="{AFE1859A-F444-A271-2C3C-64EA16385519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7" name="Rectangle 1366">
                  <a:extLst>
                    <a:ext uri="{FF2B5EF4-FFF2-40B4-BE49-F238E27FC236}">
                      <a16:creationId xmlns:a16="http://schemas.microsoft.com/office/drawing/2014/main" id="{037B34A4-F4E9-5341-D145-CD116078C960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8" name="Rectangle 1367">
                  <a:extLst>
                    <a:ext uri="{FF2B5EF4-FFF2-40B4-BE49-F238E27FC236}">
                      <a16:creationId xmlns:a16="http://schemas.microsoft.com/office/drawing/2014/main" id="{3C8FFEC5-FFE2-91AA-5B4E-5C127BCA9150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58" name="Groupe 1357">
                <a:extLst>
                  <a:ext uri="{FF2B5EF4-FFF2-40B4-BE49-F238E27FC236}">
                    <a16:creationId xmlns:a16="http://schemas.microsoft.com/office/drawing/2014/main" id="{2ABABB03-540D-12CA-8DA8-507E249500CF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59" name="Rectangle 1358">
                  <a:extLst>
                    <a:ext uri="{FF2B5EF4-FFF2-40B4-BE49-F238E27FC236}">
                      <a16:creationId xmlns:a16="http://schemas.microsoft.com/office/drawing/2014/main" id="{2C9A54BB-44E4-8A46-2A5B-D738B223AABB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0" name="Rectangle 1359">
                  <a:extLst>
                    <a:ext uri="{FF2B5EF4-FFF2-40B4-BE49-F238E27FC236}">
                      <a16:creationId xmlns:a16="http://schemas.microsoft.com/office/drawing/2014/main" id="{248E3F03-ECD2-EB30-AD62-77398E65BAA7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1" name="Rectangle 1360">
                  <a:extLst>
                    <a:ext uri="{FF2B5EF4-FFF2-40B4-BE49-F238E27FC236}">
                      <a16:creationId xmlns:a16="http://schemas.microsoft.com/office/drawing/2014/main" id="{DD38EC12-1050-B91F-F34B-0184974B1181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2" name="Rectangle 1361">
                  <a:extLst>
                    <a:ext uri="{FF2B5EF4-FFF2-40B4-BE49-F238E27FC236}">
                      <a16:creationId xmlns:a16="http://schemas.microsoft.com/office/drawing/2014/main" id="{34EDD63D-41EC-AAE3-C710-70E014AAB3C7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63" name="Rectangle 1362">
                  <a:extLst>
                    <a:ext uri="{FF2B5EF4-FFF2-40B4-BE49-F238E27FC236}">
                      <a16:creationId xmlns:a16="http://schemas.microsoft.com/office/drawing/2014/main" id="{1682A5EC-D818-0372-FC2A-3DD189F6783F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379" name="Groupe 1378">
              <a:extLst>
                <a:ext uri="{FF2B5EF4-FFF2-40B4-BE49-F238E27FC236}">
                  <a16:creationId xmlns:a16="http://schemas.microsoft.com/office/drawing/2014/main" id="{C4C6E249-B266-1FBA-C076-E2A179C16EA3}"/>
                </a:ext>
              </a:extLst>
            </p:cNvPr>
            <p:cNvGrpSpPr/>
            <p:nvPr/>
          </p:nvGrpSpPr>
          <p:grpSpPr>
            <a:xfrm>
              <a:off x="3606067" y="2756927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380" name="Groupe 1379">
                <a:extLst>
                  <a:ext uri="{FF2B5EF4-FFF2-40B4-BE49-F238E27FC236}">
                    <a16:creationId xmlns:a16="http://schemas.microsoft.com/office/drawing/2014/main" id="{FFB629F7-E9EA-158E-BF28-9D1B593FA474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99" name="Rectangle 1398">
                  <a:extLst>
                    <a:ext uri="{FF2B5EF4-FFF2-40B4-BE49-F238E27FC236}">
                      <a16:creationId xmlns:a16="http://schemas.microsoft.com/office/drawing/2014/main" id="{4D04CF5F-A40C-3485-583D-F4C88865E7DC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00" name="Rectangle 1399">
                  <a:extLst>
                    <a:ext uri="{FF2B5EF4-FFF2-40B4-BE49-F238E27FC236}">
                      <a16:creationId xmlns:a16="http://schemas.microsoft.com/office/drawing/2014/main" id="{6444D7C8-98AC-13FB-2EBA-79C870EE309B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01" name="Rectangle 1400">
                  <a:extLst>
                    <a:ext uri="{FF2B5EF4-FFF2-40B4-BE49-F238E27FC236}">
                      <a16:creationId xmlns:a16="http://schemas.microsoft.com/office/drawing/2014/main" id="{25F5AADC-40BF-2563-5807-84E170ECD5B4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02" name="Rectangle 1401">
                  <a:extLst>
                    <a:ext uri="{FF2B5EF4-FFF2-40B4-BE49-F238E27FC236}">
                      <a16:creationId xmlns:a16="http://schemas.microsoft.com/office/drawing/2014/main" id="{56FFD152-0D38-733A-73D7-D64984F7A2FC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03" name="Rectangle 1402">
                  <a:extLst>
                    <a:ext uri="{FF2B5EF4-FFF2-40B4-BE49-F238E27FC236}">
                      <a16:creationId xmlns:a16="http://schemas.microsoft.com/office/drawing/2014/main" id="{FAE7928A-E8F2-141D-20D6-ADE68148CBD0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81" name="Groupe 1380">
                <a:extLst>
                  <a:ext uri="{FF2B5EF4-FFF2-40B4-BE49-F238E27FC236}">
                    <a16:creationId xmlns:a16="http://schemas.microsoft.com/office/drawing/2014/main" id="{0181C1E8-42DF-BDA6-0A32-23AC569B6DE8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94" name="Rectangle 1393">
                  <a:extLst>
                    <a:ext uri="{FF2B5EF4-FFF2-40B4-BE49-F238E27FC236}">
                      <a16:creationId xmlns:a16="http://schemas.microsoft.com/office/drawing/2014/main" id="{BC0FA345-AF80-D8BE-B7A6-AC0ADC9BBE55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5" name="Rectangle 1394">
                  <a:extLst>
                    <a:ext uri="{FF2B5EF4-FFF2-40B4-BE49-F238E27FC236}">
                      <a16:creationId xmlns:a16="http://schemas.microsoft.com/office/drawing/2014/main" id="{CB10AB5E-F99E-5B07-91AF-383515FB8E62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6" name="Rectangle 1395">
                  <a:extLst>
                    <a:ext uri="{FF2B5EF4-FFF2-40B4-BE49-F238E27FC236}">
                      <a16:creationId xmlns:a16="http://schemas.microsoft.com/office/drawing/2014/main" id="{E4799054-0EC4-C5AD-EF95-7977B97BC0A8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7" name="Rectangle 1396">
                  <a:extLst>
                    <a:ext uri="{FF2B5EF4-FFF2-40B4-BE49-F238E27FC236}">
                      <a16:creationId xmlns:a16="http://schemas.microsoft.com/office/drawing/2014/main" id="{B7CFA8A8-916B-4B47-3900-73FF28727614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8" name="Rectangle 1397">
                  <a:extLst>
                    <a:ext uri="{FF2B5EF4-FFF2-40B4-BE49-F238E27FC236}">
                      <a16:creationId xmlns:a16="http://schemas.microsoft.com/office/drawing/2014/main" id="{C19FF11C-0562-AEB1-D577-8030CEDC3529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82" name="Groupe 1381">
                <a:extLst>
                  <a:ext uri="{FF2B5EF4-FFF2-40B4-BE49-F238E27FC236}">
                    <a16:creationId xmlns:a16="http://schemas.microsoft.com/office/drawing/2014/main" id="{0CC4310A-02C0-B31A-3B24-B1E156B71E0E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89" name="Rectangle 1388">
                  <a:extLst>
                    <a:ext uri="{FF2B5EF4-FFF2-40B4-BE49-F238E27FC236}">
                      <a16:creationId xmlns:a16="http://schemas.microsoft.com/office/drawing/2014/main" id="{7184E9FD-FB6C-22E8-7928-8342BDE507C5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0" name="Rectangle 1389">
                  <a:extLst>
                    <a:ext uri="{FF2B5EF4-FFF2-40B4-BE49-F238E27FC236}">
                      <a16:creationId xmlns:a16="http://schemas.microsoft.com/office/drawing/2014/main" id="{3D663E3C-BAE1-323D-BBBA-B3B9C5BBC9FB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1" name="Rectangle 1390">
                  <a:extLst>
                    <a:ext uri="{FF2B5EF4-FFF2-40B4-BE49-F238E27FC236}">
                      <a16:creationId xmlns:a16="http://schemas.microsoft.com/office/drawing/2014/main" id="{7DC53D16-FF36-7380-DCB8-87E7545FE86C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2" name="Rectangle 1391">
                  <a:extLst>
                    <a:ext uri="{FF2B5EF4-FFF2-40B4-BE49-F238E27FC236}">
                      <a16:creationId xmlns:a16="http://schemas.microsoft.com/office/drawing/2014/main" id="{98633B5E-3599-30CE-D372-F496D50C1B4D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93" name="Rectangle 1392">
                  <a:extLst>
                    <a:ext uri="{FF2B5EF4-FFF2-40B4-BE49-F238E27FC236}">
                      <a16:creationId xmlns:a16="http://schemas.microsoft.com/office/drawing/2014/main" id="{65C3F7A7-F15A-F688-4023-6D55D51E0BE9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83" name="Groupe 1382">
                <a:extLst>
                  <a:ext uri="{FF2B5EF4-FFF2-40B4-BE49-F238E27FC236}">
                    <a16:creationId xmlns:a16="http://schemas.microsoft.com/office/drawing/2014/main" id="{48AF1864-3D3F-21DE-960B-6FA16D2B773E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384" name="Rectangle 1383">
                  <a:extLst>
                    <a:ext uri="{FF2B5EF4-FFF2-40B4-BE49-F238E27FC236}">
                      <a16:creationId xmlns:a16="http://schemas.microsoft.com/office/drawing/2014/main" id="{7EBF0B1E-B272-C0AB-EF9F-468514061C7F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85" name="Rectangle 1384">
                  <a:extLst>
                    <a:ext uri="{FF2B5EF4-FFF2-40B4-BE49-F238E27FC236}">
                      <a16:creationId xmlns:a16="http://schemas.microsoft.com/office/drawing/2014/main" id="{322E7056-22B0-8486-DFD8-E8C8E5AE4BBD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86" name="Rectangle 1385">
                  <a:extLst>
                    <a:ext uri="{FF2B5EF4-FFF2-40B4-BE49-F238E27FC236}">
                      <a16:creationId xmlns:a16="http://schemas.microsoft.com/office/drawing/2014/main" id="{0F7BF6AA-DF69-0D8E-7B74-38ED46859E9A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87" name="Rectangle 1386">
                  <a:extLst>
                    <a:ext uri="{FF2B5EF4-FFF2-40B4-BE49-F238E27FC236}">
                      <a16:creationId xmlns:a16="http://schemas.microsoft.com/office/drawing/2014/main" id="{5FA205FE-99D4-81BC-0605-449F1673E241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88" name="Rectangle 1387">
                  <a:extLst>
                    <a:ext uri="{FF2B5EF4-FFF2-40B4-BE49-F238E27FC236}">
                      <a16:creationId xmlns:a16="http://schemas.microsoft.com/office/drawing/2014/main" id="{E8AD52A4-F425-E01E-7AFE-45A20514C9EC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404" name="Groupe 1403">
              <a:extLst>
                <a:ext uri="{FF2B5EF4-FFF2-40B4-BE49-F238E27FC236}">
                  <a16:creationId xmlns:a16="http://schemas.microsoft.com/office/drawing/2014/main" id="{FAAE9C86-559C-7933-5FCB-0BBEA531DA76}"/>
                </a:ext>
              </a:extLst>
            </p:cNvPr>
            <p:cNvGrpSpPr/>
            <p:nvPr/>
          </p:nvGrpSpPr>
          <p:grpSpPr>
            <a:xfrm>
              <a:off x="3606067" y="3033050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405" name="Groupe 1404">
                <a:extLst>
                  <a:ext uri="{FF2B5EF4-FFF2-40B4-BE49-F238E27FC236}">
                    <a16:creationId xmlns:a16="http://schemas.microsoft.com/office/drawing/2014/main" id="{88216494-DC39-A7C9-7D9A-7F2B1B1E87A0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24" name="Rectangle 1423">
                  <a:extLst>
                    <a:ext uri="{FF2B5EF4-FFF2-40B4-BE49-F238E27FC236}">
                      <a16:creationId xmlns:a16="http://schemas.microsoft.com/office/drawing/2014/main" id="{17B5D18F-8576-B526-4690-E01F6AEB0EDF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25" name="Rectangle 1424">
                  <a:extLst>
                    <a:ext uri="{FF2B5EF4-FFF2-40B4-BE49-F238E27FC236}">
                      <a16:creationId xmlns:a16="http://schemas.microsoft.com/office/drawing/2014/main" id="{29EC9A63-51C9-C31D-4AC8-49402FD21A7B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26" name="Rectangle 1425">
                  <a:extLst>
                    <a:ext uri="{FF2B5EF4-FFF2-40B4-BE49-F238E27FC236}">
                      <a16:creationId xmlns:a16="http://schemas.microsoft.com/office/drawing/2014/main" id="{5CEA856A-8239-5472-26EF-D106EA11F88C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27" name="Rectangle 1426">
                  <a:extLst>
                    <a:ext uri="{FF2B5EF4-FFF2-40B4-BE49-F238E27FC236}">
                      <a16:creationId xmlns:a16="http://schemas.microsoft.com/office/drawing/2014/main" id="{F00A514B-D17D-4EC6-4BF3-73A2DBAE3C03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28" name="Rectangle 1427">
                  <a:extLst>
                    <a:ext uri="{FF2B5EF4-FFF2-40B4-BE49-F238E27FC236}">
                      <a16:creationId xmlns:a16="http://schemas.microsoft.com/office/drawing/2014/main" id="{D63527FE-0B55-E6A1-34B4-6167DA7CF430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06" name="Groupe 1405">
                <a:extLst>
                  <a:ext uri="{FF2B5EF4-FFF2-40B4-BE49-F238E27FC236}">
                    <a16:creationId xmlns:a16="http://schemas.microsoft.com/office/drawing/2014/main" id="{5319884C-E54A-A1D7-4891-EE852F32CFB2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19" name="Rectangle 1418">
                  <a:extLst>
                    <a:ext uri="{FF2B5EF4-FFF2-40B4-BE49-F238E27FC236}">
                      <a16:creationId xmlns:a16="http://schemas.microsoft.com/office/drawing/2014/main" id="{2CBC6E05-BEF4-D511-EDC9-9B6588D81132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20" name="Rectangle 1419">
                  <a:extLst>
                    <a:ext uri="{FF2B5EF4-FFF2-40B4-BE49-F238E27FC236}">
                      <a16:creationId xmlns:a16="http://schemas.microsoft.com/office/drawing/2014/main" id="{FC7263D0-7C83-3FBC-8653-8016AADF3C91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21" name="Rectangle 1420">
                  <a:extLst>
                    <a:ext uri="{FF2B5EF4-FFF2-40B4-BE49-F238E27FC236}">
                      <a16:creationId xmlns:a16="http://schemas.microsoft.com/office/drawing/2014/main" id="{6363B10A-6A4C-24F0-4C15-568B7D66DE68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22" name="Rectangle 1421">
                  <a:extLst>
                    <a:ext uri="{FF2B5EF4-FFF2-40B4-BE49-F238E27FC236}">
                      <a16:creationId xmlns:a16="http://schemas.microsoft.com/office/drawing/2014/main" id="{181A0198-78AC-BAA3-772A-73177DDD2A99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23" name="Rectangle 1422">
                  <a:extLst>
                    <a:ext uri="{FF2B5EF4-FFF2-40B4-BE49-F238E27FC236}">
                      <a16:creationId xmlns:a16="http://schemas.microsoft.com/office/drawing/2014/main" id="{B873C834-E5F3-A13C-4E7E-B4AA2EA61548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07" name="Groupe 1406">
                <a:extLst>
                  <a:ext uri="{FF2B5EF4-FFF2-40B4-BE49-F238E27FC236}">
                    <a16:creationId xmlns:a16="http://schemas.microsoft.com/office/drawing/2014/main" id="{4605DB30-93A7-7740-958B-9E54FC940119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14" name="Rectangle 1413">
                  <a:extLst>
                    <a:ext uri="{FF2B5EF4-FFF2-40B4-BE49-F238E27FC236}">
                      <a16:creationId xmlns:a16="http://schemas.microsoft.com/office/drawing/2014/main" id="{164811C8-C987-1904-56B5-13B80F755611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15" name="Rectangle 1414">
                  <a:extLst>
                    <a:ext uri="{FF2B5EF4-FFF2-40B4-BE49-F238E27FC236}">
                      <a16:creationId xmlns:a16="http://schemas.microsoft.com/office/drawing/2014/main" id="{536049C3-8147-9B80-5591-693D371F7F29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16" name="Rectangle 1415">
                  <a:extLst>
                    <a:ext uri="{FF2B5EF4-FFF2-40B4-BE49-F238E27FC236}">
                      <a16:creationId xmlns:a16="http://schemas.microsoft.com/office/drawing/2014/main" id="{3FFE6A85-5D72-C329-9B6D-9840A60D2EDD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17" name="Rectangle 1416">
                  <a:extLst>
                    <a:ext uri="{FF2B5EF4-FFF2-40B4-BE49-F238E27FC236}">
                      <a16:creationId xmlns:a16="http://schemas.microsoft.com/office/drawing/2014/main" id="{D66FF09C-E7B4-A22F-0BFC-AF42E01913B9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18" name="Rectangle 1417">
                  <a:extLst>
                    <a:ext uri="{FF2B5EF4-FFF2-40B4-BE49-F238E27FC236}">
                      <a16:creationId xmlns:a16="http://schemas.microsoft.com/office/drawing/2014/main" id="{AF481A5D-54FF-F778-6554-CAADB5BEB350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08" name="Groupe 1407">
                <a:extLst>
                  <a:ext uri="{FF2B5EF4-FFF2-40B4-BE49-F238E27FC236}">
                    <a16:creationId xmlns:a16="http://schemas.microsoft.com/office/drawing/2014/main" id="{5F3C0556-2EEF-5C1E-0B36-FDAD5F1A3C57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09" name="Rectangle 1408">
                  <a:extLst>
                    <a:ext uri="{FF2B5EF4-FFF2-40B4-BE49-F238E27FC236}">
                      <a16:creationId xmlns:a16="http://schemas.microsoft.com/office/drawing/2014/main" id="{36E43E35-731C-836A-0B54-FB025B600628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10" name="Rectangle 1409">
                  <a:extLst>
                    <a:ext uri="{FF2B5EF4-FFF2-40B4-BE49-F238E27FC236}">
                      <a16:creationId xmlns:a16="http://schemas.microsoft.com/office/drawing/2014/main" id="{1F014579-F8AD-2CC4-081F-9F118D716DF1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11" name="Rectangle 1410">
                  <a:extLst>
                    <a:ext uri="{FF2B5EF4-FFF2-40B4-BE49-F238E27FC236}">
                      <a16:creationId xmlns:a16="http://schemas.microsoft.com/office/drawing/2014/main" id="{F796855C-8142-969E-C5A6-BDD1B95B40F3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12" name="Rectangle 1411">
                  <a:extLst>
                    <a:ext uri="{FF2B5EF4-FFF2-40B4-BE49-F238E27FC236}">
                      <a16:creationId xmlns:a16="http://schemas.microsoft.com/office/drawing/2014/main" id="{A37CE80B-EDBD-FC19-C8ED-03AFB4821E5C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13" name="Rectangle 1412">
                  <a:extLst>
                    <a:ext uri="{FF2B5EF4-FFF2-40B4-BE49-F238E27FC236}">
                      <a16:creationId xmlns:a16="http://schemas.microsoft.com/office/drawing/2014/main" id="{E57FA3E1-27F0-0E7C-40CB-A56DE3D20481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429" name="Groupe 1428">
              <a:extLst>
                <a:ext uri="{FF2B5EF4-FFF2-40B4-BE49-F238E27FC236}">
                  <a16:creationId xmlns:a16="http://schemas.microsoft.com/office/drawing/2014/main" id="{50797A25-6F9A-B49B-5012-7500F192EBC9}"/>
                </a:ext>
              </a:extLst>
            </p:cNvPr>
            <p:cNvGrpSpPr/>
            <p:nvPr/>
          </p:nvGrpSpPr>
          <p:grpSpPr>
            <a:xfrm>
              <a:off x="3606067" y="3309173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430" name="Groupe 1429">
                <a:extLst>
                  <a:ext uri="{FF2B5EF4-FFF2-40B4-BE49-F238E27FC236}">
                    <a16:creationId xmlns:a16="http://schemas.microsoft.com/office/drawing/2014/main" id="{8AC83440-DB5C-FFA1-3596-C6B4974808AA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49" name="Rectangle 1448">
                  <a:extLst>
                    <a:ext uri="{FF2B5EF4-FFF2-40B4-BE49-F238E27FC236}">
                      <a16:creationId xmlns:a16="http://schemas.microsoft.com/office/drawing/2014/main" id="{E1E104F4-5A72-78E6-FE80-9E47927B631A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50" name="Rectangle 1449">
                  <a:extLst>
                    <a:ext uri="{FF2B5EF4-FFF2-40B4-BE49-F238E27FC236}">
                      <a16:creationId xmlns:a16="http://schemas.microsoft.com/office/drawing/2014/main" id="{2D4E2A69-1A1D-2BE2-E8AF-094BCEB7DB6D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51" name="Rectangle 1450">
                  <a:extLst>
                    <a:ext uri="{FF2B5EF4-FFF2-40B4-BE49-F238E27FC236}">
                      <a16:creationId xmlns:a16="http://schemas.microsoft.com/office/drawing/2014/main" id="{8759F301-9A36-8A75-C897-E0924DEDECD1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52" name="Rectangle 1451">
                  <a:extLst>
                    <a:ext uri="{FF2B5EF4-FFF2-40B4-BE49-F238E27FC236}">
                      <a16:creationId xmlns:a16="http://schemas.microsoft.com/office/drawing/2014/main" id="{ED6182B5-7A53-18DD-162C-3FE40C2EAC27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53" name="Rectangle 1452">
                  <a:extLst>
                    <a:ext uri="{FF2B5EF4-FFF2-40B4-BE49-F238E27FC236}">
                      <a16:creationId xmlns:a16="http://schemas.microsoft.com/office/drawing/2014/main" id="{E625E887-8961-BF88-40C3-23C57575AADD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31" name="Groupe 1430">
                <a:extLst>
                  <a:ext uri="{FF2B5EF4-FFF2-40B4-BE49-F238E27FC236}">
                    <a16:creationId xmlns:a16="http://schemas.microsoft.com/office/drawing/2014/main" id="{2C9AC4C2-8ED3-9458-A373-EBC9C990827E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44" name="Rectangle 1443">
                  <a:extLst>
                    <a:ext uri="{FF2B5EF4-FFF2-40B4-BE49-F238E27FC236}">
                      <a16:creationId xmlns:a16="http://schemas.microsoft.com/office/drawing/2014/main" id="{21A81F9A-5BAC-A509-7BC0-F972D1EB4AE6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45" name="Rectangle 1444">
                  <a:extLst>
                    <a:ext uri="{FF2B5EF4-FFF2-40B4-BE49-F238E27FC236}">
                      <a16:creationId xmlns:a16="http://schemas.microsoft.com/office/drawing/2014/main" id="{0A65F915-6DDB-784F-6705-1A8A3B4FBBC0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46" name="Rectangle 1445">
                  <a:extLst>
                    <a:ext uri="{FF2B5EF4-FFF2-40B4-BE49-F238E27FC236}">
                      <a16:creationId xmlns:a16="http://schemas.microsoft.com/office/drawing/2014/main" id="{86B5C048-3CBF-F0AB-87C5-353B667362EC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47" name="Rectangle 1446">
                  <a:extLst>
                    <a:ext uri="{FF2B5EF4-FFF2-40B4-BE49-F238E27FC236}">
                      <a16:creationId xmlns:a16="http://schemas.microsoft.com/office/drawing/2014/main" id="{508EEAEB-7A2C-E1C9-F8D3-6463E0094C79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48" name="Rectangle 1447">
                  <a:extLst>
                    <a:ext uri="{FF2B5EF4-FFF2-40B4-BE49-F238E27FC236}">
                      <a16:creationId xmlns:a16="http://schemas.microsoft.com/office/drawing/2014/main" id="{EC932A0D-3135-B39A-03A1-43DC20170957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32" name="Groupe 1431">
                <a:extLst>
                  <a:ext uri="{FF2B5EF4-FFF2-40B4-BE49-F238E27FC236}">
                    <a16:creationId xmlns:a16="http://schemas.microsoft.com/office/drawing/2014/main" id="{CD6192DB-33A2-4351-E339-1084E7012469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39" name="Rectangle 1438">
                  <a:extLst>
                    <a:ext uri="{FF2B5EF4-FFF2-40B4-BE49-F238E27FC236}">
                      <a16:creationId xmlns:a16="http://schemas.microsoft.com/office/drawing/2014/main" id="{4FC19F4C-C2A9-56EC-F372-89757B68F1DA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40" name="Rectangle 1439">
                  <a:extLst>
                    <a:ext uri="{FF2B5EF4-FFF2-40B4-BE49-F238E27FC236}">
                      <a16:creationId xmlns:a16="http://schemas.microsoft.com/office/drawing/2014/main" id="{540A670B-2C59-54C3-95E3-6B933583BD3C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41" name="Rectangle 1440">
                  <a:extLst>
                    <a:ext uri="{FF2B5EF4-FFF2-40B4-BE49-F238E27FC236}">
                      <a16:creationId xmlns:a16="http://schemas.microsoft.com/office/drawing/2014/main" id="{B640BFDF-9369-FB19-3F6E-755AF1FAFFBE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42" name="Rectangle 1441">
                  <a:extLst>
                    <a:ext uri="{FF2B5EF4-FFF2-40B4-BE49-F238E27FC236}">
                      <a16:creationId xmlns:a16="http://schemas.microsoft.com/office/drawing/2014/main" id="{1B2593C7-044F-2607-EC4F-C3D22019F56E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43" name="Rectangle 1442">
                  <a:extLst>
                    <a:ext uri="{FF2B5EF4-FFF2-40B4-BE49-F238E27FC236}">
                      <a16:creationId xmlns:a16="http://schemas.microsoft.com/office/drawing/2014/main" id="{09A3401D-40CB-DFC0-7B2F-BB2394A74EE2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33" name="Groupe 1432">
                <a:extLst>
                  <a:ext uri="{FF2B5EF4-FFF2-40B4-BE49-F238E27FC236}">
                    <a16:creationId xmlns:a16="http://schemas.microsoft.com/office/drawing/2014/main" id="{4D9CFCE6-2926-AFDE-6B34-5CEDE821E64E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34" name="Rectangle 1433">
                  <a:extLst>
                    <a:ext uri="{FF2B5EF4-FFF2-40B4-BE49-F238E27FC236}">
                      <a16:creationId xmlns:a16="http://schemas.microsoft.com/office/drawing/2014/main" id="{2CC4B7CD-1F83-D588-3BF5-C57C536D78AC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35" name="Rectangle 1434">
                  <a:extLst>
                    <a:ext uri="{FF2B5EF4-FFF2-40B4-BE49-F238E27FC236}">
                      <a16:creationId xmlns:a16="http://schemas.microsoft.com/office/drawing/2014/main" id="{A3A65E18-47C0-0C3D-5BF6-243A6AC31433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36" name="Rectangle 1435">
                  <a:extLst>
                    <a:ext uri="{FF2B5EF4-FFF2-40B4-BE49-F238E27FC236}">
                      <a16:creationId xmlns:a16="http://schemas.microsoft.com/office/drawing/2014/main" id="{D4563C6F-C9CB-4F4A-93B1-97E112FECFA4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37" name="Rectangle 1436">
                  <a:extLst>
                    <a:ext uri="{FF2B5EF4-FFF2-40B4-BE49-F238E27FC236}">
                      <a16:creationId xmlns:a16="http://schemas.microsoft.com/office/drawing/2014/main" id="{64A8ED04-9ED0-D137-8BF2-D8B5EA343D28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38" name="Rectangle 1437">
                  <a:extLst>
                    <a:ext uri="{FF2B5EF4-FFF2-40B4-BE49-F238E27FC236}">
                      <a16:creationId xmlns:a16="http://schemas.microsoft.com/office/drawing/2014/main" id="{8B1933D8-BB4E-E228-FADA-F436031722EE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454" name="Groupe 1453">
              <a:extLst>
                <a:ext uri="{FF2B5EF4-FFF2-40B4-BE49-F238E27FC236}">
                  <a16:creationId xmlns:a16="http://schemas.microsoft.com/office/drawing/2014/main" id="{984B44A2-DAF4-DA2B-8F79-5A2C6786AE69}"/>
                </a:ext>
              </a:extLst>
            </p:cNvPr>
            <p:cNvGrpSpPr/>
            <p:nvPr/>
          </p:nvGrpSpPr>
          <p:grpSpPr>
            <a:xfrm>
              <a:off x="3606067" y="3585296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455" name="Groupe 1454">
                <a:extLst>
                  <a:ext uri="{FF2B5EF4-FFF2-40B4-BE49-F238E27FC236}">
                    <a16:creationId xmlns:a16="http://schemas.microsoft.com/office/drawing/2014/main" id="{E51A712F-19AE-2746-1E65-BC1712CB68CD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74" name="Rectangle 1473">
                  <a:extLst>
                    <a:ext uri="{FF2B5EF4-FFF2-40B4-BE49-F238E27FC236}">
                      <a16:creationId xmlns:a16="http://schemas.microsoft.com/office/drawing/2014/main" id="{EF53817B-5151-B968-4147-190E39E6C7F1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5" name="Rectangle 1474">
                  <a:extLst>
                    <a:ext uri="{FF2B5EF4-FFF2-40B4-BE49-F238E27FC236}">
                      <a16:creationId xmlns:a16="http://schemas.microsoft.com/office/drawing/2014/main" id="{B396CC2C-5F5C-E60E-5BBA-5EEC3C1AF1CC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6" name="Rectangle 1475">
                  <a:extLst>
                    <a:ext uri="{FF2B5EF4-FFF2-40B4-BE49-F238E27FC236}">
                      <a16:creationId xmlns:a16="http://schemas.microsoft.com/office/drawing/2014/main" id="{F2754BD5-6260-A0B4-065A-6C0FB44C1AF7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7" name="Rectangle 1476">
                  <a:extLst>
                    <a:ext uri="{FF2B5EF4-FFF2-40B4-BE49-F238E27FC236}">
                      <a16:creationId xmlns:a16="http://schemas.microsoft.com/office/drawing/2014/main" id="{95207399-47BC-D05F-8E1F-FBCD45355BDD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8" name="Rectangle 1477">
                  <a:extLst>
                    <a:ext uri="{FF2B5EF4-FFF2-40B4-BE49-F238E27FC236}">
                      <a16:creationId xmlns:a16="http://schemas.microsoft.com/office/drawing/2014/main" id="{569AD3F1-396F-0D37-C474-D277061A5384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56" name="Groupe 1455">
                <a:extLst>
                  <a:ext uri="{FF2B5EF4-FFF2-40B4-BE49-F238E27FC236}">
                    <a16:creationId xmlns:a16="http://schemas.microsoft.com/office/drawing/2014/main" id="{CB467AEA-2C7B-8796-8A9D-0E99ECCA46F5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69" name="Rectangle 1468">
                  <a:extLst>
                    <a:ext uri="{FF2B5EF4-FFF2-40B4-BE49-F238E27FC236}">
                      <a16:creationId xmlns:a16="http://schemas.microsoft.com/office/drawing/2014/main" id="{85A89645-B4D5-2C77-0A67-657E144ACC03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0" name="Rectangle 1469">
                  <a:extLst>
                    <a:ext uri="{FF2B5EF4-FFF2-40B4-BE49-F238E27FC236}">
                      <a16:creationId xmlns:a16="http://schemas.microsoft.com/office/drawing/2014/main" id="{75AD5DC9-4FDA-3276-C819-007F4EF8FEB5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1" name="Rectangle 1470">
                  <a:extLst>
                    <a:ext uri="{FF2B5EF4-FFF2-40B4-BE49-F238E27FC236}">
                      <a16:creationId xmlns:a16="http://schemas.microsoft.com/office/drawing/2014/main" id="{0A1276C0-D0AE-2052-85F4-78B3852B8BE2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2" name="Rectangle 1471">
                  <a:extLst>
                    <a:ext uri="{FF2B5EF4-FFF2-40B4-BE49-F238E27FC236}">
                      <a16:creationId xmlns:a16="http://schemas.microsoft.com/office/drawing/2014/main" id="{B09D5BFD-6945-026B-C5E4-7699CF9B01CE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3" name="Rectangle 1472">
                  <a:extLst>
                    <a:ext uri="{FF2B5EF4-FFF2-40B4-BE49-F238E27FC236}">
                      <a16:creationId xmlns:a16="http://schemas.microsoft.com/office/drawing/2014/main" id="{93F4AFEE-7F20-8655-9D82-D4EB30DF5832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57" name="Groupe 1456">
                <a:extLst>
                  <a:ext uri="{FF2B5EF4-FFF2-40B4-BE49-F238E27FC236}">
                    <a16:creationId xmlns:a16="http://schemas.microsoft.com/office/drawing/2014/main" id="{E1977804-F4DB-F18E-EA57-390F22C9C828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64" name="Rectangle 1463">
                  <a:extLst>
                    <a:ext uri="{FF2B5EF4-FFF2-40B4-BE49-F238E27FC236}">
                      <a16:creationId xmlns:a16="http://schemas.microsoft.com/office/drawing/2014/main" id="{151B9D66-1316-48F1-89EE-2E95BC2227E5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65" name="Rectangle 1464">
                  <a:extLst>
                    <a:ext uri="{FF2B5EF4-FFF2-40B4-BE49-F238E27FC236}">
                      <a16:creationId xmlns:a16="http://schemas.microsoft.com/office/drawing/2014/main" id="{9D171A3B-EBE4-F3C2-CFE8-FFAE5F01D8EF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66" name="Rectangle 1465">
                  <a:extLst>
                    <a:ext uri="{FF2B5EF4-FFF2-40B4-BE49-F238E27FC236}">
                      <a16:creationId xmlns:a16="http://schemas.microsoft.com/office/drawing/2014/main" id="{A453A7DA-D216-826E-9256-034D3FCB11F5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67" name="Rectangle 1466">
                  <a:extLst>
                    <a:ext uri="{FF2B5EF4-FFF2-40B4-BE49-F238E27FC236}">
                      <a16:creationId xmlns:a16="http://schemas.microsoft.com/office/drawing/2014/main" id="{43145446-94FD-D02F-5ED2-61B902B02DF8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68" name="Rectangle 1467">
                  <a:extLst>
                    <a:ext uri="{FF2B5EF4-FFF2-40B4-BE49-F238E27FC236}">
                      <a16:creationId xmlns:a16="http://schemas.microsoft.com/office/drawing/2014/main" id="{4FAADC61-0B90-5A67-2B47-DCF761FC727E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58" name="Groupe 1457">
                <a:extLst>
                  <a:ext uri="{FF2B5EF4-FFF2-40B4-BE49-F238E27FC236}">
                    <a16:creationId xmlns:a16="http://schemas.microsoft.com/office/drawing/2014/main" id="{6EA49D21-4D15-4DE7-3184-802621592204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59" name="Rectangle 1458">
                  <a:extLst>
                    <a:ext uri="{FF2B5EF4-FFF2-40B4-BE49-F238E27FC236}">
                      <a16:creationId xmlns:a16="http://schemas.microsoft.com/office/drawing/2014/main" id="{666B8DBD-9A9B-1CCD-4D5E-BA708B609D89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60" name="Rectangle 1459">
                  <a:extLst>
                    <a:ext uri="{FF2B5EF4-FFF2-40B4-BE49-F238E27FC236}">
                      <a16:creationId xmlns:a16="http://schemas.microsoft.com/office/drawing/2014/main" id="{C323F416-56C0-FD3D-3019-6141F7761B49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61" name="Rectangle 1460">
                  <a:extLst>
                    <a:ext uri="{FF2B5EF4-FFF2-40B4-BE49-F238E27FC236}">
                      <a16:creationId xmlns:a16="http://schemas.microsoft.com/office/drawing/2014/main" id="{8BF2EF44-F61D-392B-885A-95BE17A4F67C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62" name="Rectangle 1461">
                  <a:extLst>
                    <a:ext uri="{FF2B5EF4-FFF2-40B4-BE49-F238E27FC236}">
                      <a16:creationId xmlns:a16="http://schemas.microsoft.com/office/drawing/2014/main" id="{E4425A5C-324F-904F-0606-0A7FA369485A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63" name="Rectangle 1462">
                  <a:extLst>
                    <a:ext uri="{FF2B5EF4-FFF2-40B4-BE49-F238E27FC236}">
                      <a16:creationId xmlns:a16="http://schemas.microsoft.com/office/drawing/2014/main" id="{E10FB490-F29F-93CD-919C-FC445BE9667F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479" name="Groupe 1478">
              <a:extLst>
                <a:ext uri="{FF2B5EF4-FFF2-40B4-BE49-F238E27FC236}">
                  <a16:creationId xmlns:a16="http://schemas.microsoft.com/office/drawing/2014/main" id="{0013C48D-B803-D297-26B0-D49A79FB40A6}"/>
                </a:ext>
              </a:extLst>
            </p:cNvPr>
            <p:cNvGrpSpPr/>
            <p:nvPr/>
          </p:nvGrpSpPr>
          <p:grpSpPr>
            <a:xfrm>
              <a:off x="3606067" y="3861419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480" name="Groupe 1479">
                <a:extLst>
                  <a:ext uri="{FF2B5EF4-FFF2-40B4-BE49-F238E27FC236}">
                    <a16:creationId xmlns:a16="http://schemas.microsoft.com/office/drawing/2014/main" id="{54BA0C8F-6912-858A-C695-EF8D9C97BE53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99" name="Rectangle 1498">
                  <a:extLst>
                    <a:ext uri="{FF2B5EF4-FFF2-40B4-BE49-F238E27FC236}">
                      <a16:creationId xmlns:a16="http://schemas.microsoft.com/office/drawing/2014/main" id="{44FB2F7B-F5DC-52F5-4118-493F08BADA37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00" name="Rectangle 1499">
                  <a:extLst>
                    <a:ext uri="{FF2B5EF4-FFF2-40B4-BE49-F238E27FC236}">
                      <a16:creationId xmlns:a16="http://schemas.microsoft.com/office/drawing/2014/main" id="{4676A39D-72E6-3499-8E06-65FF6A6F45E9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01" name="Rectangle 1500">
                  <a:extLst>
                    <a:ext uri="{FF2B5EF4-FFF2-40B4-BE49-F238E27FC236}">
                      <a16:creationId xmlns:a16="http://schemas.microsoft.com/office/drawing/2014/main" id="{C749FA59-2404-B99B-D66A-47B2047E38BB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02" name="Rectangle 1501">
                  <a:extLst>
                    <a:ext uri="{FF2B5EF4-FFF2-40B4-BE49-F238E27FC236}">
                      <a16:creationId xmlns:a16="http://schemas.microsoft.com/office/drawing/2014/main" id="{58DF5ABD-319F-1901-A5F9-08B7D7CA1D52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03" name="Rectangle 1502">
                  <a:extLst>
                    <a:ext uri="{FF2B5EF4-FFF2-40B4-BE49-F238E27FC236}">
                      <a16:creationId xmlns:a16="http://schemas.microsoft.com/office/drawing/2014/main" id="{F6F86DC4-42FC-C124-82EE-3ED31E78F9B6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81" name="Groupe 1480">
                <a:extLst>
                  <a:ext uri="{FF2B5EF4-FFF2-40B4-BE49-F238E27FC236}">
                    <a16:creationId xmlns:a16="http://schemas.microsoft.com/office/drawing/2014/main" id="{CF643151-AE62-BEC4-9238-55168703D160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94" name="Rectangle 1493">
                  <a:extLst>
                    <a:ext uri="{FF2B5EF4-FFF2-40B4-BE49-F238E27FC236}">
                      <a16:creationId xmlns:a16="http://schemas.microsoft.com/office/drawing/2014/main" id="{3D5C8960-CCE4-F54D-F2CC-A6764132664C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5" name="Rectangle 1494">
                  <a:extLst>
                    <a:ext uri="{FF2B5EF4-FFF2-40B4-BE49-F238E27FC236}">
                      <a16:creationId xmlns:a16="http://schemas.microsoft.com/office/drawing/2014/main" id="{2EB94C73-7D29-C813-3412-1CAFCA0E7B71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6" name="Rectangle 1495">
                  <a:extLst>
                    <a:ext uri="{FF2B5EF4-FFF2-40B4-BE49-F238E27FC236}">
                      <a16:creationId xmlns:a16="http://schemas.microsoft.com/office/drawing/2014/main" id="{CD7645A6-1439-B19E-08C3-F2101D3EA9E1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7" name="Rectangle 1496">
                  <a:extLst>
                    <a:ext uri="{FF2B5EF4-FFF2-40B4-BE49-F238E27FC236}">
                      <a16:creationId xmlns:a16="http://schemas.microsoft.com/office/drawing/2014/main" id="{0988D5B3-AC8A-D6AB-3C38-91A4F2A802ED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8" name="Rectangle 1497">
                  <a:extLst>
                    <a:ext uri="{FF2B5EF4-FFF2-40B4-BE49-F238E27FC236}">
                      <a16:creationId xmlns:a16="http://schemas.microsoft.com/office/drawing/2014/main" id="{E359FD12-64D0-E5E7-4406-5A9F7FC7690C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82" name="Groupe 1481">
                <a:extLst>
                  <a:ext uri="{FF2B5EF4-FFF2-40B4-BE49-F238E27FC236}">
                    <a16:creationId xmlns:a16="http://schemas.microsoft.com/office/drawing/2014/main" id="{23BB0AF6-34A8-EC66-6067-C6F9BA1218B4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89" name="Rectangle 1488">
                  <a:extLst>
                    <a:ext uri="{FF2B5EF4-FFF2-40B4-BE49-F238E27FC236}">
                      <a16:creationId xmlns:a16="http://schemas.microsoft.com/office/drawing/2014/main" id="{4D20811B-5573-AB90-79B8-3F4DED131A5C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0" name="Rectangle 1489">
                  <a:extLst>
                    <a:ext uri="{FF2B5EF4-FFF2-40B4-BE49-F238E27FC236}">
                      <a16:creationId xmlns:a16="http://schemas.microsoft.com/office/drawing/2014/main" id="{F8B12728-49AA-C187-38EF-6726257F2E71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1" name="Rectangle 1490">
                  <a:extLst>
                    <a:ext uri="{FF2B5EF4-FFF2-40B4-BE49-F238E27FC236}">
                      <a16:creationId xmlns:a16="http://schemas.microsoft.com/office/drawing/2014/main" id="{3CE2FC30-F4F5-ACB9-8575-F0D5C254062B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2" name="Rectangle 1491">
                  <a:extLst>
                    <a:ext uri="{FF2B5EF4-FFF2-40B4-BE49-F238E27FC236}">
                      <a16:creationId xmlns:a16="http://schemas.microsoft.com/office/drawing/2014/main" id="{A7D14F78-261A-6A17-D4DA-644D101ECD1D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3" name="Rectangle 1492">
                  <a:extLst>
                    <a:ext uri="{FF2B5EF4-FFF2-40B4-BE49-F238E27FC236}">
                      <a16:creationId xmlns:a16="http://schemas.microsoft.com/office/drawing/2014/main" id="{949FF13B-32E3-32E8-40C1-7721F2F80106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483" name="Groupe 1482">
                <a:extLst>
                  <a:ext uri="{FF2B5EF4-FFF2-40B4-BE49-F238E27FC236}">
                    <a16:creationId xmlns:a16="http://schemas.microsoft.com/office/drawing/2014/main" id="{520835EF-E04C-4ED4-EACD-C079C6E45194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484" name="Rectangle 1483">
                  <a:extLst>
                    <a:ext uri="{FF2B5EF4-FFF2-40B4-BE49-F238E27FC236}">
                      <a16:creationId xmlns:a16="http://schemas.microsoft.com/office/drawing/2014/main" id="{F89FFE4B-9F88-C64F-4AE7-E0477762CAEC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85" name="Rectangle 1484">
                  <a:extLst>
                    <a:ext uri="{FF2B5EF4-FFF2-40B4-BE49-F238E27FC236}">
                      <a16:creationId xmlns:a16="http://schemas.microsoft.com/office/drawing/2014/main" id="{DE5B2B57-2A10-723A-CCB5-F5ADBEB6DBD7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86" name="Rectangle 1485">
                  <a:extLst>
                    <a:ext uri="{FF2B5EF4-FFF2-40B4-BE49-F238E27FC236}">
                      <a16:creationId xmlns:a16="http://schemas.microsoft.com/office/drawing/2014/main" id="{EB0540AD-2F42-C234-2051-8D42294B9EAA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87" name="Rectangle 1486">
                  <a:extLst>
                    <a:ext uri="{FF2B5EF4-FFF2-40B4-BE49-F238E27FC236}">
                      <a16:creationId xmlns:a16="http://schemas.microsoft.com/office/drawing/2014/main" id="{16073BD4-4F36-CE7F-E8E7-2E6279AF9970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88" name="Rectangle 1487">
                  <a:extLst>
                    <a:ext uri="{FF2B5EF4-FFF2-40B4-BE49-F238E27FC236}">
                      <a16:creationId xmlns:a16="http://schemas.microsoft.com/office/drawing/2014/main" id="{64352C38-BC9A-6555-1B32-6A1CD51C3337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504" name="Groupe 1503">
              <a:extLst>
                <a:ext uri="{FF2B5EF4-FFF2-40B4-BE49-F238E27FC236}">
                  <a16:creationId xmlns:a16="http://schemas.microsoft.com/office/drawing/2014/main" id="{D2421365-6E3E-5D75-5A1C-E60A97E3B583}"/>
                </a:ext>
              </a:extLst>
            </p:cNvPr>
            <p:cNvGrpSpPr/>
            <p:nvPr/>
          </p:nvGrpSpPr>
          <p:grpSpPr>
            <a:xfrm>
              <a:off x="3606067" y="4137542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505" name="Groupe 1504">
                <a:extLst>
                  <a:ext uri="{FF2B5EF4-FFF2-40B4-BE49-F238E27FC236}">
                    <a16:creationId xmlns:a16="http://schemas.microsoft.com/office/drawing/2014/main" id="{A93B14CD-E513-4E8A-08A9-1466EFB45C26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24" name="Rectangle 1523">
                  <a:extLst>
                    <a:ext uri="{FF2B5EF4-FFF2-40B4-BE49-F238E27FC236}">
                      <a16:creationId xmlns:a16="http://schemas.microsoft.com/office/drawing/2014/main" id="{C54D6CAE-6A89-FA49-4318-340A667072AD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25" name="Rectangle 1524">
                  <a:extLst>
                    <a:ext uri="{FF2B5EF4-FFF2-40B4-BE49-F238E27FC236}">
                      <a16:creationId xmlns:a16="http://schemas.microsoft.com/office/drawing/2014/main" id="{DB14B8F0-5367-F816-C2A6-98C35F8F8D00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26" name="Rectangle 1525">
                  <a:extLst>
                    <a:ext uri="{FF2B5EF4-FFF2-40B4-BE49-F238E27FC236}">
                      <a16:creationId xmlns:a16="http://schemas.microsoft.com/office/drawing/2014/main" id="{DDF5A1FC-674D-47B0-650D-FEF775F133F6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27" name="Rectangle 1526">
                  <a:extLst>
                    <a:ext uri="{FF2B5EF4-FFF2-40B4-BE49-F238E27FC236}">
                      <a16:creationId xmlns:a16="http://schemas.microsoft.com/office/drawing/2014/main" id="{D2F646B8-ADDC-A3FD-6F0E-1493849EB471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28" name="Rectangle 1527">
                  <a:extLst>
                    <a:ext uri="{FF2B5EF4-FFF2-40B4-BE49-F238E27FC236}">
                      <a16:creationId xmlns:a16="http://schemas.microsoft.com/office/drawing/2014/main" id="{C0E32876-A643-9B97-7956-76CD9FD956CE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06" name="Groupe 1505">
                <a:extLst>
                  <a:ext uri="{FF2B5EF4-FFF2-40B4-BE49-F238E27FC236}">
                    <a16:creationId xmlns:a16="http://schemas.microsoft.com/office/drawing/2014/main" id="{5310A911-A6A8-B581-77DE-413D5376FA22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19" name="Rectangle 1518">
                  <a:extLst>
                    <a:ext uri="{FF2B5EF4-FFF2-40B4-BE49-F238E27FC236}">
                      <a16:creationId xmlns:a16="http://schemas.microsoft.com/office/drawing/2014/main" id="{31F22241-8839-87B2-BD93-7F0ECFE3405C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20" name="Rectangle 1519">
                  <a:extLst>
                    <a:ext uri="{FF2B5EF4-FFF2-40B4-BE49-F238E27FC236}">
                      <a16:creationId xmlns:a16="http://schemas.microsoft.com/office/drawing/2014/main" id="{D2DD7D0A-3CC5-AFE4-8445-8CC55A33D92C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21" name="Rectangle 1520">
                  <a:extLst>
                    <a:ext uri="{FF2B5EF4-FFF2-40B4-BE49-F238E27FC236}">
                      <a16:creationId xmlns:a16="http://schemas.microsoft.com/office/drawing/2014/main" id="{04C64F7A-5894-F7FA-9DAB-2C6404C222D2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22" name="Rectangle 1521">
                  <a:extLst>
                    <a:ext uri="{FF2B5EF4-FFF2-40B4-BE49-F238E27FC236}">
                      <a16:creationId xmlns:a16="http://schemas.microsoft.com/office/drawing/2014/main" id="{36F7E614-FFDA-8C50-FB1B-4E3B3D51A1D8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23" name="Rectangle 1522">
                  <a:extLst>
                    <a:ext uri="{FF2B5EF4-FFF2-40B4-BE49-F238E27FC236}">
                      <a16:creationId xmlns:a16="http://schemas.microsoft.com/office/drawing/2014/main" id="{67BAC58E-AA64-383D-06B9-EAD11D3EBBCD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07" name="Groupe 1506">
                <a:extLst>
                  <a:ext uri="{FF2B5EF4-FFF2-40B4-BE49-F238E27FC236}">
                    <a16:creationId xmlns:a16="http://schemas.microsoft.com/office/drawing/2014/main" id="{87AA0F5D-816B-0A4A-4889-5FB0CA9E0ABC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14" name="Rectangle 1513">
                  <a:extLst>
                    <a:ext uri="{FF2B5EF4-FFF2-40B4-BE49-F238E27FC236}">
                      <a16:creationId xmlns:a16="http://schemas.microsoft.com/office/drawing/2014/main" id="{81903C85-68A1-DEF1-4FB9-80E81D0E298B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15" name="Rectangle 1514">
                  <a:extLst>
                    <a:ext uri="{FF2B5EF4-FFF2-40B4-BE49-F238E27FC236}">
                      <a16:creationId xmlns:a16="http://schemas.microsoft.com/office/drawing/2014/main" id="{A355BB87-7B08-9803-8078-7886B814FDB1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16" name="Rectangle 1515">
                  <a:extLst>
                    <a:ext uri="{FF2B5EF4-FFF2-40B4-BE49-F238E27FC236}">
                      <a16:creationId xmlns:a16="http://schemas.microsoft.com/office/drawing/2014/main" id="{51C1688A-52F0-5417-40C0-53D71E3A40BE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17" name="Rectangle 1516">
                  <a:extLst>
                    <a:ext uri="{FF2B5EF4-FFF2-40B4-BE49-F238E27FC236}">
                      <a16:creationId xmlns:a16="http://schemas.microsoft.com/office/drawing/2014/main" id="{C14E63B7-303F-E20D-4FA0-464EA23C2CF4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18" name="Rectangle 1517">
                  <a:extLst>
                    <a:ext uri="{FF2B5EF4-FFF2-40B4-BE49-F238E27FC236}">
                      <a16:creationId xmlns:a16="http://schemas.microsoft.com/office/drawing/2014/main" id="{6A5C82AB-A88F-A1E8-F050-B927A7689122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08" name="Groupe 1507">
                <a:extLst>
                  <a:ext uri="{FF2B5EF4-FFF2-40B4-BE49-F238E27FC236}">
                    <a16:creationId xmlns:a16="http://schemas.microsoft.com/office/drawing/2014/main" id="{5187A69F-A055-C914-EB35-ADA80C456C08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09" name="Rectangle 1508">
                  <a:extLst>
                    <a:ext uri="{FF2B5EF4-FFF2-40B4-BE49-F238E27FC236}">
                      <a16:creationId xmlns:a16="http://schemas.microsoft.com/office/drawing/2014/main" id="{17D90169-D7C5-7AAE-E3FB-C02353D54285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10" name="Rectangle 1509">
                  <a:extLst>
                    <a:ext uri="{FF2B5EF4-FFF2-40B4-BE49-F238E27FC236}">
                      <a16:creationId xmlns:a16="http://schemas.microsoft.com/office/drawing/2014/main" id="{DAD2BE7D-5A32-D992-4DFA-576F3775DC31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11" name="Rectangle 1510">
                  <a:extLst>
                    <a:ext uri="{FF2B5EF4-FFF2-40B4-BE49-F238E27FC236}">
                      <a16:creationId xmlns:a16="http://schemas.microsoft.com/office/drawing/2014/main" id="{846A6A79-D996-2D18-422B-B05F34809AD0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12" name="Rectangle 1511">
                  <a:extLst>
                    <a:ext uri="{FF2B5EF4-FFF2-40B4-BE49-F238E27FC236}">
                      <a16:creationId xmlns:a16="http://schemas.microsoft.com/office/drawing/2014/main" id="{9F98F308-F174-024E-F994-03608E229420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13" name="Rectangle 1512">
                  <a:extLst>
                    <a:ext uri="{FF2B5EF4-FFF2-40B4-BE49-F238E27FC236}">
                      <a16:creationId xmlns:a16="http://schemas.microsoft.com/office/drawing/2014/main" id="{0ED1E050-32EA-F877-3FE5-1F93ECD0282E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529" name="Groupe 1528">
              <a:extLst>
                <a:ext uri="{FF2B5EF4-FFF2-40B4-BE49-F238E27FC236}">
                  <a16:creationId xmlns:a16="http://schemas.microsoft.com/office/drawing/2014/main" id="{1BBB1DF1-9278-B955-E350-02454FECD355}"/>
                </a:ext>
              </a:extLst>
            </p:cNvPr>
            <p:cNvGrpSpPr/>
            <p:nvPr/>
          </p:nvGrpSpPr>
          <p:grpSpPr>
            <a:xfrm>
              <a:off x="3606067" y="4413665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530" name="Groupe 1529">
                <a:extLst>
                  <a:ext uri="{FF2B5EF4-FFF2-40B4-BE49-F238E27FC236}">
                    <a16:creationId xmlns:a16="http://schemas.microsoft.com/office/drawing/2014/main" id="{FF540964-ECDA-0354-E23D-4D901616DB43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49" name="Rectangle 1548">
                  <a:extLst>
                    <a:ext uri="{FF2B5EF4-FFF2-40B4-BE49-F238E27FC236}">
                      <a16:creationId xmlns:a16="http://schemas.microsoft.com/office/drawing/2014/main" id="{867D2962-AF85-22CF-500B-D68EFD1EF4B9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50" name="Rectangle 1549">
                  <a:extLst>
                    <a:ext uri="{FF2B5EF4-FFF2-40B4-BE49-F238E27FC236}">
                      <a16:creationId xmlns:a16="http://schemas.microsoft.com/office/drawing/2014/main" id="{CD46680C-E426-2772-C3B0-E2F6075B48EC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51" name="Rectangle 1550">
                  <a:extLst>
                    <a:ext uri="{FF2B5EF4-FFF2-40B4-BE49-F238E27FC236}">
                      <a16:creationId xmlns:a16="http://schemas.microsoft.com/office/drawing/2014/main" id="{C6FB12D6-C1CF-3AA9-339D-21A290F021C1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52" name="Rectangle 1551">
                  <a:extLst>
                    <a:ext uri="{FF2B5EF4-FFF2-40B4-BE49-F238E27FC236}">
                      <a16:creationId xmlns:a16="http://schemas.microsoft.com/office/drawing/2014/main" id="{68622189-5B14-CB44-FA3C-75B8EB326DA0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53" name="Rectangle 1552">
                  <a:extLst>
                    <a:ext uri="{FF2B5EF4-FFF2-40B4-BE49-F238E27FC236}">
                      <a16:creationId xmlns:a16="http://schemas.microsoft.com/office/drawing/2014/main" id="{ECEC5236-94E5-B09E-90A2-E2AF018B9292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31" name="Groupe 1530">
                <a:extLst>
                  <a:ext uri="{FF2B5EF4-FFF2-40B4-BE49-F238E27FC236}">
                    <a16:creationId xmlns:a16="http://schemas.microsoft.com/office/drawing/2014/main" id="{D477D35D-CCA1-3E92-C83C-BF373AD427DF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44" name="Rectangle 1543">
                  <a:extLst>
                    <a:ext uri="{FF2B5EF4-FFF2-40B4-BE49-F238E27FC236}">
                      <a16:creationId xmlns:a16="http://schemas.microsoft.com/office/drawing/2014/main" id="{2D7068BC-6FEC-F1A0-73EB-EF806F073F0E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45" name="Rectangle 1544">
                  <a:extLst>
                    <a:ext uri="{FF2B5EF4-FFF2-40B4-BE49-F238E27FC236}">
                      <a16:creationId xmlns:a16="http://schemas.microsoft.com/office/drawing/2014/main" id="{D74ED21C-326C-4FFA-7CF1-1AAAE41B0DBA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46" name="Rectangle 1545">
                  <a:extLst>
                    <a:ext uri="{FF2B5EF4-FFF2-40B4-BE49-F238E27FC236}">
                      <a16:creationId xmlns:a16="http://schemas.microsoft.com/office/drawing/2014/main" id="{9818A0A2-38D1-9A26-0DF6-23A65AB53202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47" name="Rectangle 1546">
                  <a:extLst>
                    <a:ext uri="{FF2B5EF4-FFF2-40B4-BE49-F238E27FC236}">
                      <a16:creationId xmlns:a16="http://schemas.microsoft.com/office/drawing/2014/main" id="{AE806ADC-F8E2-7391-6A4A-1CB65959EA5E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48" name="Rectangle 1547">
                  <a:extLst>
                    <a:ext uri="{FF2B5EF4-FFF2-40B4-BE49-F238E27FC236}">
                      <a16:creationId xmlns:a16="http://schemas.microsoft.com/office/drawing/2014/main" id="{E988A743-19B5-943B-0612-23F8564D634B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32" name="Groupe 1531">
                <a:extLst>
                  <a:ext uri="{FF2B5EF4-FFF2-40B4-BE49-F238E27FC236}">
                    <a16:creationId xmlns:a16="http://schemas.microsoft.com/office/drawing/2014/main" id="{49160A56-032A-E86A-9E54-D04EB28478C3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39" name="Rectangle 1538">
                  <a:extLst>
                    <a:ext uri="{FF2B5EF4-FFF2-40B4-BE49-F238E27FC236}">
                      <a16:creationId xmlns:a16="http://schemas.microsoft.com/office/drawing/2014/main" id="{430C3D10-4BD5-0BBD-5439-59384429ABC5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40" name="Rectangle 1539">
                  <a:extLst>
                    <a:ext uri="{FF2B5EF4-FFF2-40B4-BE49-F238E27FC236}">
                      <a16:creationId xmlns:a16="http://schemas.microsoft.com/office/drawing/2014/main" id="{C96ECC91-E789-C022-E802-8E7BDD9B7BEE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41" name="Rectangle 1540">
                  <a:extLst>
                    <a:ext uri="{FF2B5EF4-FFF2-40B4-BE49-F238E27FC236}">
                      <a16:creationId xmlns:a16="http://schemas.microsoft.com/office/drawing/2014/main" id="{FC0F7972-8C6D-C4A9-BEFD-718E87025B00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42" name="Rectangle 1541">
                  <a:extLst>
                    <a:ext uri="{FF2B5EF4-FFF2-40B4-BE49-F238E27FC236}">
                      <a16:creationId xmlns:a16="http://schemas.microsoft.com/office/drawing/2014/main" id="{83E93897-49F7-D76B-7171-7CA19CEE843B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43" name="Rectangle 1542">
                  <a:extLst>
                    <a:ext uri="{FF2B5EF4-FFF2-40B4-BE49-F238E27FC236}">
                      <a16:creationId xmlns:a16="http://schemas.microsoft.com/office/drawing/2014/main" id="{6C802578-2D2B-4DA8-1962-26998A6481CF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33" name="Groupe 1532">
                <a:extLst>
                  <a:ext uri="{FF2B5EF4-FFF2-40B4-BE49-F238E27FC236}">
                    <a16:creationId xmlns:a16="http://schemas.microsoft.com/office/drawing/2014/main" id="{3B6CA264-14BF-E305-CBA0-2F0B2AAC201C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34" name="Rectangle 1533">
                  <a:extLst>
                    <a:ext uri="{FF2B5EF4-FFF2-40B4-BE49-F238E27FC236}">
                      <a16:creationId xmlns:a16="http://schemas.microsoft.com/office/drawing/2014/main" id="{615D7E49-900E-D8DF-3E46-CD555D95AFD5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35" name="Rectangle 1534">
                  <a:extLst>
                    <a:ext uri="{FF2B5EF4-FFF2-40B4-BE49-F238E27FC236}">
                      <a16:creationId xmlns:a16="http://schemas.microsoft.com/office/drawing/2014/main" id="{FD75A32D-CA24-DB51-5F42-B82F4B2C06D0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36" name="Rectangle 1535">
                  <a:extLst>
                    <a:ext uri="{FF2B5EF4-FFF2-40B4-BE49-F238E27FC236}">
                      <a16:creationId xmlns:a16="http://schemas.microsoft.com/office/drawing/2014/main" id="{D44863C1-6064-1E7F-3A5B-35DD04850EA2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37" name="Rectangle 1536">
                  <a:extLst>
                    <a:ext uri="{FF2B5EF4-FFF2-40B4-BE49-F238E27FC236}">
                      <a16:creationId xmlns:a16="http://schemas.microsoft.com/office/drawing/2014/main" id="{1C43D6C6-6DE5-0065-95B0-3B0022EF6468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38" name="Rectangle 1537">
                  <a:extLst>
                    <a:ext uri="{FF2B5EF4-FFF2-40B4-BE49-F238E27FC236}">
                      <a16:creationId xmlns:a16="http://schemas.microsoft.com/office/drawing/2014/main" id="{8C9B6083-0650-95CF-52C8-269A2B391539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554" name="Groupe 1553">
              <a:extLst>
                <a:ext uri="{FF2B5EF4-FFF2-40B4-BE49-F238E27FC236}">
                  <a16:creationId xmlns:a16="http://schemas.microsoft.com/office/drawing/2014/main" id="{F36177C2-8DAC-1FE8-E4A9-C1C0F71B2A0F}"/>
                </a:ext>
              </a:extLst>
            </p:cNvPr>
            <p:cNvGrpSpPr/>
            <p:nvPr/>
          </p:nvGrpSpPr>
          <p:grpSpPr>
            <a:xfrm>
              <a:off x="3606067" y="4689788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555" name="Groupe 1554">
                <a:extLst>
                  <a:ext uri="{FF2B5EF4-FFF2-40B4-BE49-F238E27FC236}">
                    <a16:creationId xmlns:a16="http://schemas.microsoft.com/office/drawing/2014/main" id="{A09B2653-0B8E-D69A-FD58-AC520E8C1D91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74" name="Rectangle 1573">
                  <a:extLst>
                    <a:ext uri="{FF2B5EF4-FFF2-40B4-BE49-F238E27FC236}">
                      <a16:creationId xmlns:a16="http://schemas.microsoft.com/office/drawing/2014/main" id="{6BACCF2B-9F61-4260-C32E-BC4A3D2DBB43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5" name="Rectangle 1574">
                  <a:extLst>
                    <a:ext uri="{FF2B5EF4-FFF2-40B4-BE49-F238E27FC236}">
                      <a16:creationId xmlns:a16="http://schemas.microsoft.com/office/drawing/2014/main" id="{09B684C6-EE1A-573B-1437-30880133A5AA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6" name="Rectangle 1575">
                  <a:extLst>
                    <a:ext uri="{FF2B5EF4-FFF2-40B4-BE49-F238E27FC236}">
                      <a16:creationId xmlns:a16="http://schemas.microsoft.com/office/drawing/2014/main" id="{FF030397-17C9-B2DF-220F-8A71AB2802C3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7" name="Rectangle 1576">
                  <a:extLst>
                    <a:ext uri="{FF2B5EF4-FFF2-40B4-BE49-F238E27FC236}">
                      <a16:creationId xmlns:a16="http://schemas.microsoft.com/office/drawing/2014/main" id="{5DB69E2D-24D4-9747-4CDD-02B44218E307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8" name="Rectangle 1577">
                  <a:extLst>
                    <a:ext uri="{FF2B5EF4-FFF2-40B4-BE49-F238E27FC236}">
                      <a16:creationId xmlns:a16="http://schemas.microsoft.com/office/drawing/2014/main" id="{33B39817-9366-EB1F-37CD-81B3C2AEA87F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56" name="Groupe 1555">
                <a:extLst>
                  <a:ext uri="{FF2B5EF4-FFF2-40B4-BE49-F238E27FC236}">
                    <a16:creationId xmlns:a16="http://schemas.microsoft.com/office/drawing/2014/main" id="{94FE56EE-4675-8868-23FE-968DC4559B12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69" name="Rectangle 1568">
                  <a:extLst>
                    <a:ext uri="{FF2B5EF4-FFF2-40B4-BE49-F238E27FC236}">
                      <a16:creationId xmlns:a16="http://schemas.microsoft.com/office/drawing/2014/main" id="{2FC204B5-EAC4-C9BB-1834-D5C64B0CC9D2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0" name="Rectangle 1569">
                  <a:extLst>
                    <a:ext uri="{FF2B5EF4-FFF2-40B4-BE49-F238E27FC236}">
                      <a16:creationId xmlns:a16="http://schemas.microsoft.com/office/drawing/2014/main" id="{A50E24A8-3838-AE1D-F0CB-3E7DE7610C13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1" name="Rectangle 1570">
                  <a:extLst>
                    <a:ext uri="{FF2B5EF4-FFF2-40B4-BE49-F238E27FC236}">
                      <a16:creationId xmlns:a16="http://schemas.microsoft.com/office/drawing/2014/main" id="{DC7689FC-993B-DB30-AD07-FCEA3F778A70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2" name="Rectangle 1571">
                  <a:extLst>
                    <a:ext uri="{FF2B5EF4-FFF2-40B4-BE49-F238E27FC236}">
                      <a16:creationId xmlns:a16="http://schemas.microsoft.com/office/drawing/2014/main" id="{326DE83F-31C2-90A4-7FCB-9BC12D57B51F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3" name="Rectangle 1572">
                  <a:extLst>
                    <a:ext uri="{FF2B5EF4-FFF2-40B4-BE49-F238E27FC236}">
                      <a16:creationId xmlns:a16="http://schemas.microsoft.com/office/drawing/2014/main" id="{275FDE88-7744-56EC-3B31-A62CB7AD35DB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57" name="Groupe 1556">
                <a:extLst>
                  <a:ext uri="{FF2B5EF4-FFF2-40B4-BE49-F238E27FC236}">
                    <a16:creationId xmlns:a16="http://schemas.microsoft.com/office/drawing/2014/main" id="{9A1C6218-7E5C-FE5C-7701-F77E95E109EF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64" name="Rectangle 1563">
                  <a:extLst>
                    <a:ext uri="{FF2B5EF4-FFF2-40B4-BE49-F238E27FC236}">
                      <a16:creationId xmlns:a16="http://schemas.microsoft.com/office/drawing/2014/main" id="{3A730B9C-316B-2FC4-2898-12A2DA196EEE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65" name="Rectangle 1564">
                  <a:extLst>
                    <a:ext uri="{FF2B5EF4-FFF2-40B4-BE49-F238E27FC236}">
                      <a16:creationId xmlns:a16="http://schemas.microsoft.com/office/drawing/2014/main" id="{47A480E0-6082-8EED-C5EF-1235B1BBB372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66" name="Rectangle 1565">
                  <a:extLst>
                    <a:ext uri="{FF2B5EF4-FFF2-40B4-BE49-F238E27FC236}">
                      <a16:creationId xmlns:a16="http://schemas.microsoft.com/office/drawing/2014/main" id="{55668224-960C-337E-52F4-0AC9F3A8278D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67" name="Rectangle 1566">
                  <a:extLst>
                    <a:ext uri="{FF2B5EF4-FFF2-40B4-BE49-F238E27FC236}">
                      <a16:creationId xmlns:a16="http://schemas.microsoft.com/office/drawing/2014/main" id="{C58AE50F-53F1-385D-EF9D-F62B3F712142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68" name="Rectangle 1567">
                  <a:extLst>
                    <a:ext uri="{FF2B5EF4-FFF2-40B4-BE49-F238E27FC236}">
                      <a16:creationId xmlns:a16="http://schemas.microsoft.com/office/drawing/2014/main" id="{A2801C6B-3FE0-4844-78DA-C52A90BF615C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58" name="Groupe 1557">
                <a:extLst>
                  <a:ext uri="{FF2B5EF4-FFF2-40B4-BE49-F238E27FC236}">
                    <a16:creationId xmlns:a16="http://schemas.microsoft.com/office/drawing/2014/main" id="{DEC8758B-61E5-3ABF-DC97-979069D517BF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59" name="Rectangle 1558">
                  <a:extLst>
                    <a:ext uri="{FF2B5EF4-FFF2-40B4-BE49-F238E27FC236}">
                      <a16:creationId xmlns:a16="http://schemas.microsoft.com/office/drawing/2014/main" id="{DB3B26BE-E4E2-B201-2DF3-A94CA5C8A442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60" name="Rectangle 1559">
                  <a:extLst>
                    <a:ext uri="{FF2B5EF4-FFF2-40B4-BE49-F238E27FC236}">
                      <a16:creationId xmlns:a16="http://schemas.microsoft.com/office/drawing/2014/main" id="{34613389-017D-B949-9346-40E978673272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61" name="Rectangle 1560">
                  <a:extLst>
                    <a:ext uri="{FF2B5EF4-FFF2-40B4-BE49-F238E27FC236}">
                      <a16:creationId xmlns:a16="http://schemas.microsoft.com/office/drawing/2014/main" id="{43D30410-1A0C-2222-4C40-47BE93702030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62" name="Rectangle 1561">
                  <a:extLst>
                    <a:ext uri="{FF2B5EF4-FFF2-40B4-BE49-F238E27FC236}">
                      <a16:creationId xmlns:a16="http://schemas.microsoft.com/office/drawing/2014/main" id="{729A6A26-4394-E4D2-1ABD-740CE795C4F1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63" name="Rectangle 1562">
                  <a:extLst>
                    <a:ext uri="{FF2B5EF4-FFF2-40B4-BE49-F238E27FC236}">
                      <a16:creationId xmlns:a16="http://schemas.microsoft.com/office/drawing/2014/main" id="{F66BC482-A684-5E79-7118-43001702ED44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579" name="Groupe 1578">
              <a:extLst>
                <a:ext uri="{FF2B5EF4-FFF2-40B4-BE49-F238E27FC236}">
                  <a16:creationId xmlns:a16="http://schemas.microsoft.com/office/drawing/2014/main" id="{30437CBE-8327-0DB5-CD58-60953FF69477}"/>
                </a:ext>
              </a:extLst>
            </p:cNvPr>
            <p:cNvGrpSpPr/>
            <p:nvPr/>
          </p:nvGrpSpPr>
          <p:grpSpPr>
            <a:xfrm>
              <a:off x="3606067" y="4965911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580" name="Groupe 1579">
                <a:extLst>
                  <a:ext uri="{FF2B5EF4-FFF2-40B4-BE49-F238E27FC236}">
                    <a16:creationId xmlns:a16="http://schemas.microsoft.com/office/drawing/2014/main" id="{DE5F83F4-4AF6-42CB-58B3-4F370F339866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99" name="Rectangle 1598">
                  <a:extLst>
                    <a:ext uri="{FF2B5EF4-FFF2-40B4-BE49-F238E27FC236}">
                      <a16:creationId xmlns:a16="http://schemas.microsoft.com/office/drawing/2014/main" id="{B8E64217-E0C7-4CEF-3204-FF2300A8B464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00" name="Rectangle 1599">
                  <a:extLst>
                    <a:ext uri="{FF2B5EF4-FFF2-40B4-BE49-F238E27FC236}">
                      <a16:creationId xmlns:a16="http://schemas.microsoft.com/office/drawing/2014/main" id="{E190A367-6533-D9BA-44DF-39E03C166BB6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01" name="Rectangle 1600">
                  <a:extLst>
                    <a:ext uri="{FF2B5EF4-FFF2-40B4-BE49-F238E27FC236}">
                      <a16:creationId xmlns:a16="http://schemas.microsoft.com/office/drawing/2014/main" id="{113176B4-D874-BC50-B9D6-5C1639428201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02" name="Rectangle 1601">
                  <a:extLst>
                    <a:ext uri="{FF2B5EF4-FFF2-40B4-BE49-F238E27FC236}">
                      <a16:creationId xmlns:a16="http://schemas.microsoft.com/office/drawing/2014/main" id="{6B4C9B77-8B44-95D1-0590-ECB372229552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03" name="Rectangle 1602">
                  <a:extLst>
                    <a:ext uri="{FF2B5EF4-FFF2-40B4-BE49-F238E27FC236}">
                      <a16:creationId xmlns:a16="http://schemas.microsoft.com/office/drawing/2014/main" id="{57A4F89F-17F8-10E7-F2DF-B8A17EB7B6CE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81" name="Groupe 1580">
                <a:extLst>
                  <a:ext uri="{FF2B5EF4-FFF2-40B4-BE49-F238E27FC236}">
                    <a16:creationId xmlns:a16="http://schemas.microsoft.com/office/drawing/2014/main" id="{03AED62A-A2A0-70F7-3BE3-0EDA4489E2D5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94" name="Rectangle 1593">
                  <a:extLst>
                    <a:ext uri="{FF2B5EF4-FFF2-40B4-BE49-F238E27FC236}">
                      <a16:creationId xmlns:a16="http://schemas.microsoft.com/office/drawing/2014/main" id="{8BCAF44A-E607-8D6B-A671-CB2E653D10FE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5" name="Rectangle 1594">
                  <a:extLst>
                    <a:ext uri="{FF2B5EF4-FFF2-40B4-BE49-F238E27FC236}">
                      <a16:creationId xmlns:a16="http://schemas.microsoft.com/office/drawing/2014/main" id="{72BD5584-BCB8-F974-0CD9-BE59305584B1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6" name="Rectangle 1595">
                  <a:extLst>
                    <a:ext uri="{FF2B5EF4-FFF2-40B4-BE49-F238E27FC236}">
                      <a16:creationId xmlns:a16="http://schemas.microsoft.com/office/drawing/2014/main" id="{B7EE2C38-40B0-2360-7696-1C38A15CD8A4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7" name="Rectangle 1596">
                  <a:extLst>
                    <a:ext uri="{FF2B5EF4-FFF2-40B4-BE49-F238E27FC236}">
                      <a16:creationId xmlns:a16="http://schemas.microsoft.com/office/drawing/2014/main" id="{E18C630F-6A31-7636-D8FE-963503AE3B00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8" name="Rectangle 1597">
                  <a:extLst>
                    <a:ext uri="{FF2B5EF4-FFF2-40B4-BE49-F238E27FC236}">
                      <a16:creationId xmlns:a16="http://schemas.microsoft.com/office/drawing/2014/main" id="{CEABCB00-901C-7FD1-E635-12691B366A25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82" name="Groupe 1581">
                <a:extLst>
                  <a:ext uri="{FF2B5EF4-FFF2-40B4-BE49-F238E27FC236}">
                    <a16:creationId xmlns:a16="http://schemas.microsoft.com/office/drawing/2014/main" id="{AEB89D20-167B-3AF1-9326-650FEAB52FA9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89" name="Rectangle 1588">
                  <a:extLst>
                    <a:ext uri="{FF2B5EF4-FFF2-40B4-BE49-F238E27FC236}">
                      <a16:creationId xmlns:a16="http://schemas.microsoft.com/office/drawing/2014/main" id="{05503618-9BB6-3DF5-1FA7-E41A90E91B8F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0" name="Rectangle 1589">
                  <a:extLst>
                    <a:ext uri="{FF2B5EF4-FFF2-40B4-BE49-F238E27FC236}">
                      <a16:creationId xmlns:a16="http://schemas.microsoft.com/office/drawing/2014/main" id="{BE5993DF-6083-6A5A-84F0-CCFAC30AA497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1" name="Rectangle 1590">
                  <a:extLst>
                    <a:ext uri="{FF2B5EF4-FFF2-40B4-BE49-F238E27FC236}">
                      <a16:creationId xmlns:a16="http://schemas.microsoft.com/office/drawing/2014/main" id="{D8DEC556-04EB-578C-0CC5-23CE6258A31A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2" name="Rectangle 1591">
                  <a:extLst>
                    <a:ext uri="{FF2B5EF4-FFF2-40B4-BE49-F238E27FC236}">
                      <a16:creationId xmlns:a16="http://schemas.microsoft.com/office/drawing/2014/main" id="{1DDA9386-DDB0-1581-2655-3E488AFE7A25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3" name="Rectangle 1592">
                  <a:extLst>
                    <a:ext uri="{FF2B5EF4-FFF2-40B4-BE49-F238E27FC236}">
                      <a16:creationId xmlns:a16="http://schemas.microsoft.com/office/drawing/2014/main" id="{2F90F283-1FE1-A9AC-547F-A0B9487A75B7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83" name="Groupe 1582">
                <a:extLst>
                  <a:ext uri="{FF2B5EF4-FFF2-40B4-BE49-F238E27FC236}">
                    <a16:creationId xmlns:a16="http://schemas.microsoft.com/office/drawing/2014/main" id="{17258D3E-2C7F-5D4D-B136-F64E1058DC57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584" name="Rectangle 1583">
                  <a:extLst>
                    <a:ext uri="{FF2B5EF4-FFF2-40B4-BE49-F238E27FC236}">
                      <a16:creationId xmlns:a16="http://schemas.microsoft.com/office/drawing/2014/main" id="{D43BEA85-58C1-4961-A35B-1B1C15A3D64D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85" name="Rectangle 1584">
                  <a:extLst>
                    <a:ext uri="{FF2B5EF4-FFF2-40B4-BE49-F238E27FC236}">
                      <a16:creationId xmlns:a16="http://schemas.microsoft.com/office/drawing/2014/main" id="{6B7C05F7-1903-7355-D996-04DCAE342C8B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86" name="Rectangle 1585">
                  <a:extLst>
                    <a:ext uri="{FF2B5EF4-FFF2-40B4-BE49-F238E27FC236}">
                      <a16:creationId xmlns:a16="http://schemas.microsoft.com/office/drawing/2014/main" id="{D2D7C05A-76A6-095C-7438-A353BEFB2273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87" name="Rectangle 1586">
                  <a:extLst>
                    <a:ext uri="{FF2B5EF4-FFF2-40B4-BE49-F238E27FC236}">
                      <a16:creationId xmlns:a16="http://schemas.microsoft.com/office/drawing/2014/main" id="{36C4055D-8051-FE05-FCAB-E121E1DE4A06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88" name="Rectangle 1587">
                  <a:extLst>
                    <a:ext uri="{FF2B5EF4-FFF2-40B4-BE49-F238E27FC236}">
                      <a16:creationId xmlns:a16="http://schemas.microsoft.com/office/drawing/2014/main" id="{AECB4A25-0AED-F019-14E5-752ADF130C08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604" name="Groupe 1603">
              <a:extLst>
                <a:ext uri="{FF2B5EF4-FFF2-40B4-BE49-F238E27FC236}">
                  <a16:creationId xmlns:a16="http://schemas.microsoft.com/office/drawing/2014/main" id="{015EB2D5-09B3-BCF6-6DD5-3B3C2C985964}"/>
                </a:ext>
              </a:extLst>
            </p:cNvPr>
            <p:cNvGrpSpPr/>
            <p:nvPr/>
          </p:nvGrpSpPr>
          <p:grpSpPr>
            <a:xfrm>
              <a:off x="3606067" y="5242034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605" name="Groupe 1604">
                <a:extLst>
                  <a:ext uri="{FF2B5EF4-FFF2-40B4-BE49-F238E27FC236}">
                    <a16:creationId xmlns:a16="http://schemas.microsoft.com/office/drawing/2014/main" id="{9B8B52F9-3892-4D5C-BAD2-C8D8E171FFBB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624" name="Rectangle 1623">
                  <a:extLst>
                    <a:ext uri="{FF2B5EF4-FFF2-40B4-BE49-F238E27FC236}">
                      <a16:creationId xmlns:a16="http://schemas.microsoft.com/office/drawing/2014/main" id="{36604580-E763-BAB0-4E47-5C7B3614C70D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25" name="Rectangle 1624">
                  <a:extLst>
                    <a:ext uri="{FF2B5EF4-FFF2-40B4-BE49-F238E27FC236}">
                      <a16:creationId xmlns:a16="http://schemas.microsoft.com/office/drawing/2014/main" id="{CDB3E112-2E49-0FBE-5B51-1775D9F54464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26" name="Rectangle 1625">
                  <a:extLst>
                    <a:ext uri="{FF2B5EF4-FFF2-40B4-BE49-F238E27FC236}">
                      <a16:creationId xmlns:a16="http://schemas.microsoft.com/office/drawing/2014/main" id="{3E970FBF-D85F-93BE-5FCB-0FB39B531193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27" name="Rectangle 1626">
                  <a:extLst>
                    <a:ext uri="{FF2B5EF4-FFF2-40B4-BE49-F238E27FC236}">
                      <a16:creationId xmlns:a16="http://schemas.microsoft.com/office/drawing/2014/main" id="{24AF8573-0836-F818-1FB7-8BAE93C16576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28" name="Rectangle 1627">
                  <a:extLst>
                    <a:ext uri="{FF2B5EF4-FFF2-40B4-BE49-F238E27FC236}">
                      <a16:creationId xmlns:a16="http://schemas.microsoft.com/office/drawing/2014/main" id="{20D7E8DD-A377-1EF3-D338-4F29820FD4F7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06" name="Groupe 1605">
                <a:extLst>
                  <a:ext uri="{FF2B5EF4-FFF2-40B4-BE49-F238E27FC236}">
                    <a16:creationId xmlns:a16="http://schemas.microsoft.com/office/drawing/2014/main" id="{CA91E992-64A4-3D75-D34F-C0ADE3B164FB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619" name="Rectangle 1618">
                  <a:extLst>
                    <a:ext uri="{FF2B5EF4-FFF2-40B4-BE49-F238E27FC236}">
                      <a16:creationId xmlns:a16="http://schemas.microsoft.com/office/drawing/2014/main" id="{5D26DCB7-25F6-C9B7-7D4C-2FE2D67FE290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20" name="Rectangle 1619">
                  <a:extLst>
                    <a:ext uri="{FF2B5EF4-FFF2-40B4-BE49-F238E27FC236}">
                      <a16:creationId xmlns:a16="http://schemas.microsoft.com/office/drawing/2014/main" id="{CAA68E46-119E-F8D6-DD45-8BEEDB03A07B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21" name="Rectangle 1620">
                  <a:extLst>
                    <a:ext uri="{FF2B5EF4-FFF2-40B4-BE49-F238E27FC236}">
                      <a16:creationId xmlns:a16="http://schemas.microsoft.com/office/drawing/2014/main" id="{431FDA6F-2DEC-A507-1F83-0B2FB31AE880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22" name="Rectangle 1621">
                  <a:extLst>
                    <a:ext uri="{FF2B5EF4-FFF2-40B4-BE49-F238E27FC236}">
                      <a16:creationId xmlns:a16="http://schemas.microsoft.com/office/drawing/2014/main" id="{16159265-68DD-D95D-DB97-36A70BD5C43E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23" name="Rectangle 1622">
                  <a:extLst>
                    <a:ext uri="{FF2B5EF4-FFF2-40B4-BE49-F238E27FC236}">
                      <a16:creationId xmlns:a16="http://schemas.microsoft.com/office/drawing/2014/main" id="{D8F7A8E6-036D-8A2F-1F5E-DBC8A6B26883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07" name="Groupe 1606">
                <a:extLst>
                  <a:ext uri="{FF2B5EF4-FFF2-40B4-BE49-F238E27FC236}">
                    <a16:creationId xmlns:a16="http://schemas.microsoft.com/office/drawing/2014/main" id="{3A79D9E7-C217-FF9C-92CC-AA217E4EF8D4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614" name="Rectangle 1613">
                  <a:extLst>
                    <a:ext uri="{FF2B5EF4-FFF2-40B4-BE49-F238E27FC236}">
                      <a16:creationId xmlns:a16="http://schemas.microsoft.com/office/drawing/2014/main" id="{C7BC93B8-C857-F0D1-1C95-E2DFE412991C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5" name="Rectangle 1614">
                  <a:extLst>
                    <a:ext uri="{FF2B5EF4-FFF2-40B4-BE49-F238E27FC236}">
                      <a16:creationId xmlns:a16="http://schemas.microsoft.com/office/drawing/2014/main" id="{B7C6E0BE-EF25-070B-FC9E-4BD3A47F342C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6" name="Rectangle 1615">
                  <a:extLst>
                    <a:ext uri="{FF2B5EF4-FFF2-40B4-BE49-F238E27FC236}">
                      <a16:creationId xmlns:a16="http://schemas.microsoft.com/office/drawing/2014/main" id="{21A24FD3-030F-8389-79A9-ADC99407C94E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7" name="Rectangle 1616">
                  <a:extLst>
                    <a:ext uri="{FF2B5EF4-FFF2-40B4-BE49-F238E27FC236}">
                      <a16:creationId xmlns:a16="http://schemas.microsoft.com/office/drawing/2014/main" id="{98A2EC32-6A99-8A9E-47BB-1A2C8AF74F0C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8" name="Rectangle 1617">
                  <a:extLst>
                    <a:ext uri="{FF2B5EF4-FFF2-40B4-BE49-F238E27FC236}">
                      <a16:creationId xmlns:a16="http://schemas.microsoft.com/office/drawing/2014/main" id="{EAC79F25-43AE-BCA7-B1E7-520D8B221C55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08" name="Groupe 1607">
                <a:extLst>
                  <a:ext uri="{FF2B5EF4-FFF2-40B4-BE49-F238E27FC236}">
                    <a16:creationId xmlns:a16="http://schemas.microsoft.com/office/drawing/2014/main" id="{E8CA09C5-B3CA-8775-4497-CC59C03B9197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609" name="Rectangle 1608">
                  <a:extLst>
                    <a:ext uri="{FF2B5EF4-FFF2-40B4-BE49-F238E27FC236}">
                      <a16:creationId xmlns:a16="http://schemas.microsoft.com/office/drawing/2014/main" id="{0A4BD4F0-954F-FFB0-917F-9E6C2BAEF069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0" name="Rectangle 1609">
                  <a:extLst>
                    <a:ext uri="{FF2B5EF4-FFF2-40B4-BE49-F238E27FC236}">
                      <a16:creationId xmlns:a16="http://schemas.microsoft.com/office/drawing/2014/main" id="{8AAE502D-E986-405A-D9C7-BB0F12C07C11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1" name="Rectangle 1610">
                  <a:extLst>
                    <a:ext uri="{FF2B5EF4-FFF2-40B4-BE49-F238E27FC236}">
                      <a16:creationId xmlns:a16="http://schemas.microsoft.com/office/drawing/2014/main" id="{D0536F33-EF34-7D9A-4254-DC160C8F185D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2" name="Rectangle 1611">
                  <a:extLst>
                    <a:ext uri="{FF2B5EF4-FFF2-40B4-BE49-F238E27FC236}">
                      <a16:creationId xmlns:a16="http://schemas.microsoft.com/office/drawing/2014/main" id="{EBAF3CDA-E337-E295-0E98-B609A5765421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3" name="Rectangle 1612">
                  <a:extLst>
                    <a:ext uri="{FF2B5EF4-FFF2-40B4-BE49-F238E27FC236}">
                      <a16:creationId xmlns:a16="http://schemas.microsoft.com/office/drawing/2014/main" id="{56C32FF6-18C3-E509-0B68-3BE1B96EC025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1629" name="Groupe 1628">
              <a:extLst>
                <a:ext uri="{FF2B5EF4-FFF2-40B4-BE49-F238E27FC236}">
                  <a16:creationId xmlns:a16="http://schemas.microsoft.com/office/drawing/2014/main" id="{B9275DE0-4902-D891-0A28-4966A2B6F5E6}"/>
                </a:ext>
              </a:extLst>
            </p:cNvPr>
            <p:cNvGrpSpPr/>
            <p:nvPr/>
          </p:nvGrpSpPr>
          <p:grpSpPr>
            <a:xfrm>
              <a:off x="3606067" y="5518152"/>
              <a:ext cx="4291568" cy="268865"/>
              <a:chOff x="4113351" y="982922"/>
              <a:chExt cx="4291568" cy="268865"/>
            </a:xfrm>
            <a:solidFill>
              <a:schemeClr val="bg1"/>
            </a:solidFill>
          </p:grpSpPr>
          <p:grpSp>
            <p:nvGrpSpPr>
              <p:cNvPr id="1630" name="Groupe 1629">
                <a:extLst>
                  <a:ext uri="{FF2B5EF4-FFF2-40B4-BE49-F238E27FC236}">
                    <a16:creationId xmlns:a16="http://schemas.microsoft.com/office/drawing/2014/main" id="{0368D18C-7F7B-F491-B7E3-7400D481531F}"/>
                  </a:ext>
                </a:extLst>
              </p:cNvPr>
              <p:cNvGrpSpPr/>
              <p:nvPr/>
            </p:nvGrpSpPr>
            <p:grpSpPr>
              <a:xfrm rot="10800000">
                <a:off x="4113351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649" name="Rectangle 1648">
                  <a:extLst>
                    <a:ext uri="{FF2B5EF4-FFF2-40B4-BE49-F238E27FC236}">
                      <a16:creationId xmlns:a16="http://schemas.microsoft.com/office/drawing/2014/main" id="{67FD75F2-77BA-FF12-5155-8A9C6D3B7D22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50" name="Rectangle 1649">
                  <a:extLst>
                    <a:ext uri="{FF2B5EF4-FFF2-40B4-BE49-F238E27FC236}">
                      <a16:creationId xmlns:a16="http://schemas.microsoft.com/office/drawing/2014/main" id="{7C7BEF09-5603-62C0-0CEE-6C8DCC0E2DC2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51" name="Rectangle 1650">
                  <a:extLst>
                    <a:ext uri="{FF2B5EF4-FFF2-40B4-BE49-F238E27FC236}">
                      <a16:creationId xmlns:a16="http://schemas.microsoft.com/office/drawing/2014/main" id="{A710C229-94D1-3A8C-9CC0-1BDE7EABB05B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52" name="Rectangle 1651">
                  <a:extLst>
                    <a:ext uri="{FF2B5EF4-FFF2-40B4-BE49-F238E27FC236}">
                      <a16:creationId xmlns:a16="http://schemas.microsoft.com/office/drawing/2014/main" id="{EF0E40E2-0841-E0B0-C4EA-4904C54AD856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53" name="Rectangle 1652">
                  <a:extLst>
                    <a:ext uri="{FF2B5EF4-FFF2-40B4-BE49-F238E27FC236}">
                      <a16:creationId xmlns:a16="http://schemas.microsoft.com/office/drawing/2014/main" id="{7E86B50E-15C2-B79C-460D-54D70041A8C8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31" name="Groupe 1630">
                <a:extLst>
                  <a:ext uri="{FF2B5EF4-FFF2-40B4-BE49-F238E27FC236}">
                    <a16:creationId xmlns:a16="http://schemas.microsoft.com/office/drawing/2014/main" id="{B1C24F93-93F6-FE12-3FB1-5FFBE4F3047D}"/>
                  </a:ext>
                </a:extLst>
              </p:cNvPr>
              <p:cNvGrpSpPr/>
              <p:nvPr/>
            </p:nvGrpSpPr>
            <p:grpSpPr>
              <a:xfrm rot="10800000">
                <a:off x="5188809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644" name="Rectangle 1643">
                  <a:extLst>
                    <a:ext uri="{FF2B5EF4-FFF2-40B4-BE49-F238E27FC236}">
                      <a16:creationId xmlns:a16="http://schemas.microsoft.com/office/drawing/2014/main" id="{A05DD944-2B63-CB74-0CBE-B40316157A4B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45" name="Rectangle 1644">
                  <a:extLst>
                    <a:ext uri="{FF2B5EF4-FFF2-40B4-BE49-F238E27FC236}">
                      <a16:creationId xmlns:a16="http://schemas.microsoft.com/office/drawing/2014/main" id="{7865C22C-1EDC-A3E3-2458-0A61EFBA5DFD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46" name="Rectangle 1645">
                  <a:extLst>
                    <a:ext uri="{FF2B5EF4-FFF2-40B4-BE49-F238E27FC236}">
                      <a16:creationId xmlns:a16="http://schemas.microsoft.com/office/drawing/2014/main" id="{6C3C1688-9E4C-DA08-DB87-930636CCF635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47" name="Rectangle 1646">
                  <a:extLst>
                    <a:ext uri="{FF2B5EF4-FFF2-40B4-BE49-F238E27FC236}">
                      <a16:creationId xmlns:a16="http://schemas.microsoft.com/office/drawing/2014/main" id="{8554F73B-938B-47BD-7255-767F1B553707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48" name="Rectangle 1647">
                  <a:extLst>
                    <a:ext uri="{FF2B5EF4-FFF2-40B4-BE49-F238E27FC236}">
                      <a16:creationId xmlns:a16="http://schemas.microsoft.com/office/drawing/2014/main" id="{386A4FCD-A15E-0E7D-1C7D-AABD4D8303C5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32" name="Groupe 1631">
                <a:extLst>
                  <a:ext uri="{FF2B5EF4-FFF2-40B4-BE49-F238E27FC236}">
                    <a16:creationId xmlns:a16="http://schemas.microsoft.com/office/drawing/2014/main" id="{AC121EFA-DADA-76CD-3026-D14BD2683609}"/>
                  </a:ext>
                </a:extLst>
              </p:cNvPr>
              <p:cNvGrpSpPr/>
              <p:nvPr/>
            </p:nvGrpSpPr>
            <p:grpSpPr>
              <a:xfrm rot="10800000">
                <a:off x="6254002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639" name="Rectangle 1638">
                  <a:extLst>
                    <a:ext uri="{FF2B5EF4-FFF2-40B4-BE49-F238E27FC236}">
                      <a16:creationId xmlns:a16="http://schemas.microsoft.com/office/drawing/2014/main" id="{A67298CC-6536-4EE7-683C-5727D28B932C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40" name="Rectangle 1639">
                  <a:extLst>
                    <a:ext uri="{FF2B5EF4-FFF2-40B4-BE49-F238E27FC236}">
                      <a16:creationId xmlns:a16="http://schemas.microsoft.com/office/drawing/2014/main" id="{E65F6898-EBE3-F5A8-B6F3-DEBC94B9867B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41" name="Rectangle 1640">
                  <a:extLst>
                    <a:ext uri="{FF2B5EF4-FFF2-40B4-BE49-F238E27FC236}">
                      <a16:creationId xmlns:a16="http://schemas.microsoft.com/office/drawing/2014/main" id="{2F97CB00-E24A-47E3-0315-2E1A9487C5EE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42" name="Rectangle 1641">
                  <a:extLst>
                    <a:ext uri="{FF2B5EF4-FFF2-40B4-BE49-F238E27FC236}">
                      <a16:creationId xmlns:a16="http://schemas.microsoft.com/office/drawing/2014/main" id="{D03257E0-FC59-9025-746C-5B139BC280BC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43" name="Rectangle 1642">
                  <a:extLst>
                    <a:ext uri="{FF2B5EF4-FFF2-40B4-BE49-F238E27FC236}">
                      <a16:creationId xmlns:a16="http://schemas.microsoft.com/office/drawing/2014/main" id="{C7928545-C94D-717B-8D0C-A7FBB9907B2B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633" name="Groupe 1632">
                <a:extLst>
                  <a:ext uri="{FF2B5EF4-FFF2-40B4-BE49-F238E27FC236}">
                    <a16:creationId xmlns:a16="http://schemas.microsoft.com/office/drawing/2014/main" id="{92342F9C-37C5-2A5E-11C4-6E97A548C0B6}"/>
                  </a:ext>
                </a:extLst>
              </p:cNvPr>
              <p:cNvGrpSpPr/>
              <p:nvPr/>
            </p:nvGrpSpPr>
            <p:grpSpPr>
              <a:xfrm rot="10800000">
                <a:off x="7329460" y="982922"/>
                <a:ext cx="1075459" cy="268865"/>
                <a:chOff x="3267983" y="4399332"/>
                <a:chExt cx="1496288" cy="374072"/>
              </a:xfrm>
              <a:grpFill/>
            </p:grpSpPr>
            <p:sp>
              <p:nvSpPr>
                <p:cNvPr id="1634" name="Rectangle 1633">
                  <a:extLst>
                    <a:ext uri="{FF2B5EF4-FFF2-40B4-BE49-F238E27FC236}">
                      <a16:creationId xmlns:a16="http://schemas.microsoft.com/office/drawing/2014/main" id="{775A20BA-CAF7-BD74-2981-9BBBEF77E645}"/>
                    </a:ext>
                  </a:extLst>
                </p:cNvPr>
                <p:cNvSpPr/>
                <p:nvPr/>
              </p:nvSpPr>
              <p:spPr>
                <a:xfrm rot="16200000" flipV="1">
                  <a:off x="4390199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35" name="Rectangle 1634">
                  <a:extLst>
                    <a:ext uri="{FF2B5EF4-FFF2-40B4-BE49-F238E27FC236}">
                      <a16:creationId xmlns:a16="http://schemas.microsoft.com/office/drawing/2014/main" id="{1C66BC63-1CCF-C5CB-6F83-079994BC162A}"/>
                    </a:ext>
                  </a:extLst>
                </p:cNvPr>
                <p:cNvSpPr/>
                <p:nvPr/>
              </p:nvSpPr>
              <p:spPr>
                <a:xfrm rot="16200000" flipV="1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36" name="Rectangle 1635">
                  <a:extLst>
                    <a:ext uri="{FF2B5EF4-FFF2-40B4-BE49-F238E27FC236}">
                      <a16:creationId xmlns:a16="http://schemas.microsoft.com/office/drawing/2014/main" id="{E6C7B208-C440-DE9D-8A1A-FAF579E55B69}"/>
                    </a:ext>
                  </a:extLst>
                </p:cNvPr>
                <p:cNvSpPr/>
                <p:nvPr/>
              </p:nvSpPr>
              <p:spPr>
                <a:xfrm rot="16200000">
                  <a:off x="3267983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37" name="Rectangle 1636">
                  <a:extLst>
                    <a:ext uri="{FF2B5EF4-FFF2-40B4-BE49-F238E27FC236}">
                      <a16:creationId xmlns:a16="http://schemas.microsoft.com/office/drawing/2014/main" id="{B017AF14-810F-C10A-9E22-82CEBCCE0944}"/>
                    </a:ext>
                  </a:extLst>
                </p:cNvPr>
                <p:cNvSpPr/>
                <p:nvPr/>
              </p:nvSpPr>
              <p:spPr>
                <a:xfrm rot="16200000">
                  <a:off x="3642055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38" name="Rectangle 1637">
                  <a:extLst>
                    <a:ext uri="{FF2B5EF4-FFF2-40B4-BE49-F238E27FC236}">
                      <a16:creationId xmlns:a16="http://schemas.microsoft.com/office/drawing/2014/main" id="{2D0DDF8B-191C-8B7C-00B6-2ED581B4F9F7}"/>
                    </a:ext>
                  </a:extLst>
                </p:cNvPr>
                <p:cNvSpPr/>
                <p:nvPr/>
              </p:nvSpPr>
              <p:spPr>
                <a:xfrm rot="16200000">
                  <a:off x="4016127" y="4399332"/>
                  <a:ext cx="374072" cy="374072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62012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954F-D188-89A4-BEBD-4A52161E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e 40">
            <a:extLst>
              <a:ext uri="{FF2B5EF4-FFF2-40B4-BE49-F238E27FC236}">
                <a16:creationId xmlns:a16="http://schemas.microsoft.com/office/drawing/2014/main" id="{FB21101D-7C9E-1CC4-5959-088661FADE58}"/>
              </a:ext>
            </a:extLst>
          </p:cNvPr>
          <p:cNvGrpSpPr/>
          <p:nvPr/>
        </p:nvGrpSpPr>
        <p:grpSpPr>
          <a:xfrm>
            <a:off x="3346496" y="1841602"/>
            <a:ext cx="3318998" cy="2442331"/>
            <a:chOff x="3346496" y="1841602"/>
            <a:chExt cx="3318998" cy="2442331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C340B96E-F176-CCE4-2637-791585DD6720}"/>
                </a:ext>
              </a:extLst>
            </p:cNvPr>
            <p:cNvGrpSpPr/>
            <p:nvPr/>
          </p:nvGrpSpPr>
          <p:grpSpPr>
            <a:xfrm>
              <a:off x="3821985" y="3187392"/>
              <a:ext cx="322143" cy="483215"/>
              <a:chOff x="2192483" y="1326574"/>
              <a:chExt cx="748144" cy="1122216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45D69A7-ABF2-43BF-8CBB-0E41260BBD79}"/>
                  </a:ext>
                </a:extLst>
              </p:cNvPr>
              <p:cNvSpPr/>
              <p:nvPr/>
            </p:nvSpPr>
            <p:spPr>
              <a:xfrm>
                <a:off x="2566555" y="1326574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3A40A11-6504-DFC0-7734-036942FCF011}"/>
                  </a:ext>
                </a:extLst>
              </p:cNvPr>
              <p:cNvSpPr/>
              <p:nvPr/>
            </p:nvSpPr>
            <p:spPr>
              <a:xfrm>
                <a:off x="2566555" y="170064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8975A16-5A49-674B-DE42-F02AB18887AE}"/>
                  </a:ext>
                </a:extLst>
              </p:cNvPr>
              <p:cNvSpPr/>
              <p:nvPr/>
            </p:nvSpPr>
            <p:spPr>
              <a:xfrm>
                <a:off x="2566555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3CB15F-70F5-46AB-CAAB-1B987CF260B0}"/>
                  </a:ext>
                </a:extLst>
              </p:cNvPr>
              <p:cNvSpPr/>
              <p:nvPr/>
            </p:nvSpPr>
            <p:spPr>
              <a:xfrm>
                <a:off x="2192483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61B081DF-8C6E-9314-EE3A-AF016511B7CA}"/>
                </a:ext>
              </a:extLst>
            </p:cNvPr>
            <p:cNvGrpSpPr/>
            <p:nvPr/>
          </p:nvGrpSpPr>
          <p:grpSpPr>
            <a:xfrm>
              <a:off x="3705044" y="2015469"/>
              <a:ext cx="322143" cy="322143"/>
              <a:chOff x="4094185" y="3243463"/>
              <a:chExt cx="748144" cy="748144"/>
            </a:xfrm>
          </p:grpSpPr>
          <p:grpSp>
            <p:nvGrpSpPr>
              <p:cNvPr id="74" name="Groupe 73">
                <a:extLst>
                  <a:ext uri="{FF2B5EF4-FFF2-40B4-BE49-F238E27FC236}">
                    <a16:creationId xmlns:a16="http://schemas.microsoft.com/office/drawing/2014/main" id="{4437CC03-9B55-3D40-0EFD-46829C3DB731}"/>
                  </a:ext>
                </a:extLst>
              </p:cNvPr>
              <p:cNvGrpSpPr/>
              <p:nvPr/>
            </p:nvGrpSpPr>
            <p:grpSpPr>
              <a:xfrm>
                <a:off x="4094185" y="3617535"/>
                <a:ext cx="748144" cy="374072"/>
                <a:chOff x="2192483" y="3632136"/>
                <a:chExt cx="748144" cy="374072"/>
              </a:xfrm>
            </p:grpSpPr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62021A51-3F64-25F7-B6D8-B93A36229490}"/>
                    </a:ext>
                  </a:extLst>
                </p:cNvPr>
                <p:cNvSpPr/>
                <p:nvPr/>
              </p:nvSpPr>
              <p:spPr>
                <a:xfrm flipH="1">
                  <a:off x="2192483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09D374BA-92E6-F76F-9362-14F0CFC12A56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7" name="Groupe 76">
                <a:extLst>
                  <a:ext uri="{FF2B5EF4-FFF2-40B4-BE49-F238E27FC236}">
                    <a16:creationId xmlns:a16="http://schemas.microsoft.com/office/drawing/2014/main" id="{E2840F6B-1AF7-9D40-6DA4-7985EAC49687}"/>
                  </a:ext>
                </a:extLst>
              </p:cNvPr>
              <p:cNvGrpSpPr/>
              <p:nvPr/>
            </p:nvGrpSpPr>
            <p:grpSpPr>
              <a:xfrm>
                <a:off x="4094185" y="3243463"/>
                <a:ext cx="748144" cy="374072"/>
                <a:chOff x="2192483" y="3632136"/>
                <a:chExt cx="748144" cy="374072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A0B2F3AB-E1E8-80AE-627F-F987D759D5A6}"/>
                    </a:ext>
                  </a:extLst>
                </p:cNvPr>
                <p:cNvSpPr/>
                <p:nvPr/>
              </p:nvSpPr>
              <p:spPr>
                <a:xfrm flipH="1">
                  <a:off x="2192483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5A60A6AF-8FCC-233A-29DA-C2998BF6DDDC}"/>
                    </a:ext>
                  </a:extLst>
                </p:cNvPr>
                <p:cNvSpPr/>
                <p:nvPr/>
              </p:nvSpPr>
              <p:spPr>
                <a:xfrm flipH="1">
                  <a:off x="2566555" y="363213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856A65BE-1178-D9C5-0AB2-66D1D9FF8E40}"/>
                </a:ext>
              </a:extLst>
            </p:cNvPr>
            <p:cNvGrpSpPr/>
            <p:nvPr/>
          </p:nvGrpSpPr>
          <p:grpSpPr>
            <a:xfrm rot="16200000">
              <a:off x="3812058" y="3881254"/>
              <a:ext cx="483215" cy="322143"/>
              <a:chOff x="6058063" y="1215898"/>
              <a:chExt cx="1122216" cy="748144"/>
            </a:xfrm>
          </p:grpSpPr>
          <p:grpSp>
            <p:nvGrpSpPr>
              <p:cNvPr id="82" name="Groupe 81">
                <a:extLst>
                  <a:ext uri="{FF2B5EF4-FFF2-40B4-BE49-F238E27FC236}">
                    <a16:creationId xmlns:a16="http://schemas.microsoft.com/office/drawing/2014/main" id="{F85BE6F9-EA16-86B1-0756-11FF1DDFBA73}"/>
                  </a:ext>
                </a:extLst>
              </p:cNvPr>
              <p:cNvGrpSpPr/>
              <p:nvPr/>
            </p:nvGrpSpPr>
            <p:grpSpPr>
              <a:xfrm rot="5400000" flipH="1" flipV="1">
                <a:off x="6058063" y="1215898"/>
                <a:ext cx="748144" cy="748144"/>
                <a:chOff x="2192483" y="1700646"/>
                <a:chExt cx="748144" cy="748144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D076D69C-567C-32EA-FF91-D3AF2726D805}"/>
                    </a:ext>
                  </a:extLst>
                </p:cNvPr>
                <p:cNvSpPr/>
                <p:nvPr/>
              </p:nvSpPr>
              <p:spPr>
                <a:xfrm>
                  <a:off x="2566555" y="170064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EAD6755E-7D45-51AF-6085-CD285548DBEF}"/>
                    </a:ext>
                  </a:extLst>
                </p:cNvPr>
                <p:cNvSpPr/>
                <p:nvPr/>
              </p:nvSpPr>
              <p:spPr>
                <a:xfrm>
                  <a:off x="2566555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08411C74-B0C5-7E45-0AEB-AB508D359E14}"/>
                    </a:ext>
                  </a:extLst>
                </p:cNvPr>
                <p:cNvSpPr/>
                <p:nvPr/>
              </p:nvSpPr>
              <p:spPr>
                <a:xfrm>
                  <a:off x="2192483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83" name="Groupe 82">
                <a:extLst>
                  <a:ext uri="{FF2B5EF4-FFF2-40B4-BE49-F238E27FC236}">
                    <a16:creationId xmlns:a16="http://schemas.microsoft.com/office/drawing/2014/main" id="{0429E0FD-7E00-7632-B47C-F976017C4085}"/>
                  </a:ext>
                </a:extLst>
              </p:cNvPr>
              <p:cNvGrpSpPr/>
              <p:nvPr/>
            </p:nvGrpSpPr>
            <p:grpSpPr>
              <a:xfrm rot="5400000" flipH="1">
                <a:off x="6432135" y="1215898"/>
                <a:ext cx="748144" cy="748144"/>
                <a:chOff x="2192483" y="1700646"/>
                <a:chExt cx="748144" cy="748144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C32F7ACF-186F-2F92-AFBD-47A137A22C94}"/>
                    </a:ext>
                  </a:extLst>
                </p:cNvPr>
                <p:cNvSpPr/>
                <p:nvPr/>
              </p:nvSpPr>
              <p:spPr>
                <a:xfrm>
                  <a:off x="2566555" y="1700646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F46F9028-2A79-FBBF-EF0A-908461224644}"/>
                    </a:ext>
                  </a:extLst>
                </p:cNvPr>
                <p:cNvSpPr/>
                <p:nvPr/>
              </p:nvSpPr>
              <p:spPr>
                <a:xfrm>
                  <a:off x="2566555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BEF92771-6E7D-67E6-71D4-D46BB92D99E3}"/>
                    </a:ext>
                  </a:extLst>
                </p:cNvPr>
                <p:cNvSpPr/>
                <p:nvPr/>
              </p:nvSpPr>
              <p:spPr>
                <a:xfrm>
                  <a:off x="2192483" y="2074718"/>
                  <a:ext cx="374072" cy="374072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99CCE459-C75D-2D8A-B1AF-CB48940F5D64}"/>
                </a:ext>
              </a:extLst>
            </p:cNvPr>
            <p:cNvGrpSpPr/>
            <p:nvPr/>
          </p:nvGrpSpPr>
          <p:grpSpPr>
            <a:xfrm flipH="1">
              <a:off x="3382901" y="2605413"/>
              <a:ext cx="805358" cy="322143"/>
              <a:chOff x="7055591" y="2537879"/>
              <a:chExt cx="1870360" cy="748144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59384EE-F85A-8954-5DA3-39A40384FF4E}"/>
                  </a:ext>
                </a:extLst>
              </p:cNvPr>
              <p:cNvSpPr/>
              <p:nvPr/>
            </p:nvSpPr>
            <p:spPr>
              <a:xfrm rot="5400000" flipH="1" flipV="1">
                <a:off x="7055591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A4B7BF3-F89B-51CE-43FB-B1FA970F4EBC}"/>
                  </a:ext>
                </a:extLst>
              </p:cNvPr>
              <p:cNvSpPr/>
              <p:nvPr/>
            </p:nvSpPr>
            <p:spPr>
              <a:xfrm rot="5400000" flipH="1" flipV="1">
                <a:off x="7429663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BC823BF-BC31-87FE-041C-8BEF35767D7A}"/>
                  </a:ext>
                </a:extLst>
              </p:cNvPr>
              <p:cNvSpPr/>
              <p:nvPr/>
            </p:nvSpPr>
            <p:spPr>
              <a:xfrm rot="5400000" flipH="1" flipV="1">
                <a:off x="7803735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013E312-94E7-96F4-86FE-B62E7045F971}"/>
                  </a:ext>
                </a:extLst>
              </p:cNvPr>
              <p:cNvSpPr/>
              <p:nvPr/>
            </p:nvSpPr>
            <p:spPr>
              <a:xfrm rot="5400000" flipH="1">
                <a:off x="8551879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C7E3F9C7-8F99-6ED3-A113-8017C9BD21E7}"/>
                  </a:ext>
                </a:extLst>
              </p:cNvPr>
              <p:cNvSpPr/>
              <p:nvPr/>
            </p:nvSpPr>
            <p:spPr>
              <a:xfrm rot="5400000" flipH="1">
                <a:off x="8177807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0482953-4B16-335B-C67B-6DAAB593B87A}"/>
                  </a:ext>
                </a:extLst>
              </p:cNvPr>
              <p:cNvSpPr/>
              <p:nvPr/>
            </p:nvSpPr>
            <p:spPr>
              <a:xfrm rot="5400000" flipH="1">
                <a:off x="7803735" y="2537879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56C4193-E4E8-161A-AB22-552417D8C58C}"/>
                  </a:ext>
                </a:extLst>
              </p:cNvPr>
              <p:cNvSpPr/>
              <p:nvPr/>
            </p:nvSpPr>
            <p:spPr>
              <a:xfrm rot="5400000" flipH="1">
                <a:off x="7429663" y="2911951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pic>
          <p:nvPicPr>
            <p:cNvPr id="2" name="Image 1">
              <a:extLst>
                <a:ext uri="{FF2B5EF4-FFF2-40B4-BE49-F238E27FC236}">
                  <a16:creationId xmlns:a16="http://schemas.microsoft.com/office/drawing/2014/main" id="{3E0281C6-7112-407F-06F4-B12EC943A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2140" y="1841602"/>
              <a:ext cx="2243354" cy="2303642"/>
            </a:xfrm>
            <a:prstGeom prst="rect">
              <a:avLst/>
            </a:prstGeom>
          </p:spPr>
        </p:pic>
        <p:sp>
          <p:nvSpPr>
            <p:cNvPr id="3" name="Forme libre : forme 2">
              <a:extLst>
                <a:ext uri="{FF2B5EF4-FFF2-40B4-BE49-F238E27FC236}">
                  <a16:creationId xmlns:a16="http://schemas.microsoft.com/office/drawing/2014/main" id="{696E37AF-1AA8-CE53-E18D-FBAD2446A211}"/>
                </a:ext>
              </a:extLst>
            </p:cNvPr>
            <p:cNvSpPr/>
            <p:nvPr/>
          </p:nvSpPr>
          <p:spPr>
            <a:xfrm>
              <a:off x="3954378" y="2326113"/>
              <a:ext cx="681790" cy="136351"/>
            </a:xfrm>
            <a:custGeom>
              <a:avLst/>
              <a:gdLst>
                <a:gd name="connsiteX0" fmla="*/ 0 w 2253916"/>
                <a:gd name="connsiteY0" fmla="*/ 537403 h 537403"/>
                <a:gd name="connsiteX1" fmla="*/ 1235242 w 2253916"/>
                <a:gd name="connsiteY1" fmla="*/ 16035 h 537403"/>
                <a:gd name="connsiteX2" fmla="*/ 2253916 w 2253916"/>
                <a:gd name="connsiteY2" fmla="*/ 184477 h 53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3916" h="537403">
                  <a:moveTo>
                    <a:pt x="0" y="537403"/>
                  </a:moveTo>
                  <a:cubicBezTo>
                    <a:pt x="429794" y="306129"/>
                    <a:pt x="859589" y="74856"/>
                    <a:pt x="1235242" y="16035"/>
                  </a:cubicBezTo>
                  <a:cubicBezTo>
                    <a:pt x="1610895" y="-42786"/>
                    <a:pt x="1932405" y="70845"/>
                    <a:pt x="2253916" y="184477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090936C6-293F-71B0-A8A6-A607F9056561}"/>
                </a:ext>
              </a:extLst>
            </p:cNvPr>
            <p:cNvSpPr/>
            <p:nvPr/>
          </p:nvSpPr>
          <p:spPr>
            <a:xfrm rot="18763258" flipV="1">
              <a:off x="4047993" y="2920714"/>
              <a:ext cx="1523721" cy="207026"/>
            </a:xfrm>
            <a:custGeom>
              <a:avLst/>
              <a:gdLst>
                <a:gd name="connsiteX0" fmla="*/ 0 w 2253916"/>
                <a:gd name="connsiteY0" fmla="*/ 537403 h 537403"/>
                <a:gd name="connsiteX1" fmla="*/ 1235242 w 2253916"/>
                <a:gd name="connsiteY1" fmla="*/ 16035 h 537403"/>
                <a:gd name="connsiteX2" fmla="*/ 2253916 w 2253916"/>
                <a:gd name="connsiteY2" fmla="*/ 184477 h 53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3916" h="537403">
                  <a:moveTo>
                    <a:pt x="0" y="537403"/>
                  </a:moveTo>
                  <a:cubicBezTo>
                    <a:pt x="429794" y="306129"/>
                    <a:pt x="859589" y="74856"/>
                    <a:pt x="1235242" y="16035"/>
                  </a:cubicBezTo>
                  <a:cubicBezTo>
                    <a:pt x="1610895" y="-42786"/>
                    <a:pt x="1932405" y="70845"/>
                    <a:pt x="2253916" y="184477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80841127-7D40-6EB8-8BA4-2D23E2F3D925}"/>
                </a:ext>
              </a:extLst>
            </p:cNvPr>
            <p:cNvGrpSpPr/>
            <p:nvPr/>
          </p:nvGrpSpPr>
          <p:grpSpPr>
            <a:xfrm rot="5400000">
              <a:off x="3427032" y="2847020"/>
              <a:ext cx="322143" cy="483215"/>
              <a:chOff x="2192483" y="1326574"/>
              <a:chExt cx="748144" cy="112221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A29FBF9-6A79-3AAB-4B95-B6A12A98B4C0}"/>
                  </a:ext>
                </a:extLst>
              </p:cNvPr>
              <p:cNvSpPr/>
              <p:nvPr/>
            </p:nvSpPr>
            <p:spPr>
              <a:xfrm>
                <a:off x="2566555" y="1326574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E643C97-CED0-5AC7-8157-DBF7AD9E0D4C}"/>
                  </a:ext>
                </a:extLst>
              </p:cNvPr>
              <p:cNvSpPr/>
              <p:nvPr/>
            </p:nvSpPr>
            <p:spPr>
              <a:xfrm>
                <a:off x="2566555" y="1700646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12AFDFB-1C0C-1D3A-2D21-49262F92DF4E}"/>
                  </a:ext>
                </a:extLst>
              </p:cNvPr>
              <p:cNvSpPr/>
              <p:nvPr/>
            </p:nvSpPr>
            <p:spPr>
              <a:xfrm>
                <a:off x="2566555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AD02CB2-C198-D3A3-86E3-DE2C232719E3}"/>
                  </a:ext>
                </a:extLst>
              </p:cNvPr>
              <p:cNvSpPr/>
              <p:nvPr/>
            </p:nvSpPr>
            <p:spPr>
              <a:xfrm>
                <a:off x="2192483" y="2074718"/>
                <a:ext cx="374072" cy="374072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Forme libre : forme 30">
              <a:extLst>
                <a:ext uri="{FF2B5EF4-FFF2-40B4-BE49-F238E27FC236}">
                  <a16:creationId xmlns:a16="http://schemas.microsoft.com/office/drawing/2014/main" id="{F7A9FA18-A1B3-B734-1BBE-71FB715438D5}"/>
                </a:ext>
              </a:extLst>
            </p:cNvPr>
            <p:cNvSpPr/>
            <p:nvPr/>
          </p:nvSpPr>
          <p:spPr>
            <a:xfrm rot="1937770">
              <a:off x="3905154" y="3364706"/>
              <a:ext cx="2065212" cy="335292"/>
            </a:xfrm>
            <a:custGeom>
              <a:avLst/>
              <a:gdLst>
                <a:gd name="connsiteX0" fmla="*/ 0 w 2253916"/>
                <a:gd name="connsiteY0" fmla="*/ 537403 h 537403"/>
                <a:gd name="connsiteX1" fmla="*/ 1235242 w 2253916"/>
                <a:gd name="connsiteY1" fmla="*/ 16035 h 537403"/>
                <a:gd name="connsiteX2" fmla="*/ 2253916 w 2253916"/>
                <a:gd name="connsiteY2" fmla="*/ 184477 h 53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3916" h="537403">
                  <a:moveTo>
                    <a:pt x="0" y="537403"/>
                  </a:moveTo>
                  <a:cubicBezTo>
                    <a:pt x="429794" y="306129"/>
                    <a:pt x="859589" y="74856"/>
                    <a:pt x="1235242" y="16035"/>
                  </a:cubicBezTo>
                  <a:cubicBezTo>
                    <a:pt x="1610895" y="-42786"/>
                    <a:pt x="1932405" y="70845"/>
                    <a:pt x="2253916" y="184477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D26FD214-72A6-CF30-BDF0-9C9967A42ADD}"/>
                </a:ext>
              </a:extLst>
            </p:cNvPr>
            <p:cNvSpPr/>
            <p:nvPr/>
          </p:nvSpPr>
          <p:spPr>
            <a:xfrm rot="479089" flipV="1">
              <a:off x="4040609" y="2256835"/>
              <a:ext cx="2265316" cy="111241"/>
            </a:xfrm>
            <a:custGeom>
              <a:avLst/>
              <a:gdLst>
                <a:gd name="connsiteX0" fmla="*/ 0 w 2253916"/>
                <a:gd name="connsiteY0" fmla="*/ 537403 h 537403"/>
                <a:gd name="connsiteX1" fmla="*/ 1235242 w 2253916"/>
                <a:gd name="connsiteY1" fmla="*/ 16035 h 537403"/>
                <a:gd name="connsiteX2" fmla="*/ 2253916 w 2253916"/>
                <a:gd name="connsiteY2" fmla="*/ 184477 h 53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3916" h="537403">
                  <a:moveTo>
                    <a:pt x="0" y="537403"/>
                  </a:moveTo>
                  <a:cubicBezTo>
                    <a:pt x="429794" y="306129"/>
                    <a:pt x="859589" y="74856"/>
                    <a:pt x="1235242" y="16035"/>
                  </a:cubicBezTo>
                  <a:cubicBezTo>
                    <a:pt x="1610895" y="-42786"/>
                    <a:pt x="1932405" y="70845"/>
                    <a:pt x="2253916" y="184477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Forme libre : forme 32">
              <a:extLst>
                <a:ext uri="{FF2B5EF4-FFF2-40B4-BE49-F238E27FC236}">
                  <a16:creationId xmlns:a16="http://schemas.microsoft.com/office/drawing/2014/main" id="{4ADC34D9-C43E-2D2B-C4CD-4E5C9FC72DF4}"/>
                </a:ext>
              </a:extLst>
            </p:cNvPr>
            <p:cNvSpPr/>
            <p:nvPr/>
          </p:nvSpPr>
          <p:spPr>
            <a:xfrm rot="17473043" flipV="1">
              <a:off x="4180758" y="3096184"/>
              <a:ext cx="1487947" cy="725756"/>
            </a:xfrm>
            <a:custGeom>
              <a:avLst/>
              <a:gdLst>
                <a:gd name="connsiteX0" fmla="*/ 0 w 2253916"/>
                <a:gd name="connsiteY0" fmla="*/ 537403 h 537403"/>
                <a:gd name="connsiteX1" fmla="*/ 1235242 w 2253916"/>
                <a:gd name="connsiteY1" fmla="*/ 16035 h 537403"/>
                <a:gd name="connsiteX2" fmla="*/ 2253916 w 2253916"/>
                <a:gd name="connsiteY2" fmla="*/ 184477 h 537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53916" h="537403">
                  <a:moveTo>
                    <a:pt x="0" y="537403"/>
                  </a:moveTo>
                  <a:cubicBezTo>
                    <a:pt x="429794" y="306129"/>
                    <a:pt x="859589" y="74856"/>
                    <a:pt x="1235242" y="16035"/>
                  </a:cubicBezTo>
                  <a:cubicBezTo>
                    <a:pt x="1610895" y="-42786"/>
                    <a:pt x="1932405" y="70845"/>
                    <a:pt x="2253916" y="184477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7449341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12</Words>
  <Application>Microsoft Office PowerPoint</Application>
  <PresentationFormat>Grand écran</PresentationFormat>
  <Paragraphs>12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Comic Sans MS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 Lesage</dc:creator>
  <cp:lastModifiedBy>Arno Lesage</cp:lastModifiedBy>
  <cp:revision>5</cp:revision>
  <dcterms:created xsi:type="dcterms:W3CDTF">2025-11-07T12:26:16Z</dcterms:created>
  <dcterms:modified xsi:type="dcterms:W3CDTF">2025-11-11T18:15:11Z</dcterms:modified>
</cp:coreProperties>
</file>